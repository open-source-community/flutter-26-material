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16"/>
  </p:notesMasterIdLst>
  <p:sldIdLst>
    <p:sldId id="256" r:id="rId3"/>
    <p:sldId id="284" r:id="rId4"/>
    <p:sldId id="275" r:id="rId5"/>
    <p:sldId id="305" r:id="rId6"/>
    <p:sldId id="307" r:id="rId7"/>
    <p:sldId id="306" r:id="rId8"/>
    <p:sldId id="308" r:id="rId9"/>
    <p:sldId id="309" r:id="rId10"/>
    <p:sldId id="310" r:id="rId11"/>
    <p:sldId id="311" r:id="rId12"/>
    <p:sldId id="312" r:id="rId13"/>
    <p:sldId id="313" r:id="rId14"/>
    <p:sldId id="271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Lato Black" panose="020F0502020204030203" pitchFamily="34" charset="0"/>
      <p:bold r:id="rId21"/>
      <p:boldItalic r:id="rId22"/>
    </p:embeddedFont>
    <p:embeddedFont>
      <p:font typeface="Satisfy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F57AF-AB52-49E0-89B0-E6A87E13FC05}" v="1" dt="2025-11-22T14:00:35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D5E027-6A5F-A7F0-CCE8-751FC6A3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1425CB39-7144-A542-2788-633BA9C76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BCDE41BD-B8B0-C77A-688E-F5E95B31C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473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D535D53-E47A-D84E-DDFD-76F7D8BF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6313465-7627-FB93-C048-9A4472BC8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793C3E6-A70F-ED9C-AC7F-B42B56C464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490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FE6B0E27-07C8-05B4-05CD-4A383DF6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6D89F7F2-396C-3B8E-3B54-D189EE3A3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D89681F9-A2B4-9F95-E10A-EB2EBEF09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4207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7D2ED62-41DE-85AD-006B-CEF1CA4B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0DC88BFB-57B7-2589-3FAD-84E01AACF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2140ED66-F189-E86F-25F0-0089A1A376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4242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E7C5A7B3-E739-D8B4-501B-E6B58EFC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513212E4-3DC0-3FB8-FD11-DA13E9A0A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8AA80159-C62E-ED6B-22F5-D0C0DD96D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8515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D691A23A-BF58-6072-4FBD-F65020CA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8494A794-8AFB-17FB-DE61-15DBCCE24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06126E1C-5849-025E-5AE9-807D4A1C6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98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078C7D8-26D2-5272-1EF7-A00C3A50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75B4B329-25A6-6821-F4E7-A6E967A5F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6A899712-44B8-4138-89A5-F7409EF75D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3743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0CCBBD1-CB59-C8EA-B5F0-12A5F309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B7149BEF-CC7F-F822-985E-5D5F02A4FD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3D97E2AA-B18E-0725-6F00-76CB67FD5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191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E7AFD62-FD91-50C2-1BE2-2EBF482E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C5DB3D5C-1871-42DF-408F-C84C94DF7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48E95F38-86A0-B222-8FA5-85DDDED2B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7984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31F9E43-5885-19B2-195F-03E651DD1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D48BF3F8-E2FB-B0F8-5BD2-EA5A76E72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FC4A9DE5-EEAC-9A21-1F08-E7169FBC8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2423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486B9A89-70D2-837C-FE36-D3ED3CF69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3FCB0858-3AF0-FB03-7677-A1FAFCADB7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F969A5E2-FBE8-0395-AD8F-3C22FAD7E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3707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/>
          <p:cNvSpPr txBox="1"/>
          <p:nvPr/>
        </p:nvSpPr>
        <p:spPr>
          <a:xfrm>
            <a:off x="763312" y="1387163"/>
            <a:ext cx="740691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Flutter Advanced Widgets</a:t>
            </a:r>
            <a:endParaRPr sz="70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120760-32ED-152B-FBA8-AA989FE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56150148-2613-4C8B-AD17-CD9554AB15B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A6748B2F-93EE-B155-87F4-DE607CB03586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02478F4-B134-E158-AAB3-F9AEBA57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486F51-FF8A-4584-62E3-067FCA1A2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2588" y="41251"/>
            <a:ext cx="2240801" cy="506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1670148-1832-183E-0DCC-FD8FADDF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0ED0CC13-8E89-4B74-FF62-E755F76E8247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Media Query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088E964-8E9C-D1DF-3959-AD3677987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040C61F9-80B5-62C3-CEB8-2C549DC4210B}"/>
              </a:ext>
            </a:extLst>
          </p:cNvPr>
          <p:cNvSpPr txBox="1"/>
          <p:nvPr/>
        </p:nvSpPr>
        <p:spPr>
          <a:xfrm>
            <a:off x="158128" y="1812920"/>
            <a:ext cx="384323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MediaQuery allows you to access information about the current deviece’s screen size, orientation and user prefrences.</a:t>
            </a: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9ABD0-D498-71CB-48EC-014817FB1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869" y="660018"/>
            <a:ext cx="4106863" cy="443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189426DF-D837-29A2-2E4F-A1AA46FFB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FFC33BF7-C803-26DE-4920-6B0615580E32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Expanded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485407F-6958-EB2F-C794-4A1B134B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C45E3D55-274C-DF4A-B9F2-DA9A15FFF7CC}"/>
              </a:ext>
            </a:extLst>
          </p:cNvPr>
          <p:cNvSpPr txBox="1"/>
          <p:nvPr/>
        </p:nvSpPr>
        <p:spPr>
          <a:xfrm>
            <a:off x="158128" y="1812920"/>
            <a:ext cx="38432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child of an Expanded widget takes the available space along the main axis.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B3CFDB-5D80-4BF5-B087-FE2A5D110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336" y="590331"/>
            <a:ext cx="4008643" cy="455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0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8BFAC388-B39D-3E0C-C8B4-CEE9BAC6B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184E87DB-19DC-8186-3B18-585769196DD0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Circle Avatar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8DB48BC-DA19-9CB4-EE80-61B4FB8E1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ACC9E7E6-8931-5590-1A11-C090BD6C7326}"/>
              </a:ext>
            </a:extLst>
          </p:cNvPr>
          <p:cNvSpPr txBox="1"/>
          <p:nvPr/>
        </p:nvSpPr>
        <p:spPr>
          <a:xfrm>
            <a:off x="158128" y="1812920"/>
            <a:ext cx="384323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CircleAvatar is simply a circle where we can add background color, background image, or just some text. 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 usually represents a user with his image or with his initials.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3B70C-F8B5-9676-0E67-5462CC06E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467" y="656580"/>
            <a:ext cx="4215890" cy="383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5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54D9EFD9-A511-6895-C68C-36BE9936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195CD1A7-B013-C1F8-4768-FE3A2390B360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Stack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A2417988-8D46-1B4E-2CF5-8AA2E974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C93EA189-CCF2-5257-EF3B-7136A093271F}"/>
              </a:ext>
            </a:extLst>
          </p:cNvPr>
          <p:cNvSpPr txBox="1"/>
          <p:nvPr/>
        </p:nvSpPr>
        <p:spPr>
          <a:xfrm>
            <a:off x="158128" y="1812920"/>
            <a:ext cx="384323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Stack widget allows for the layering of multipule widgets on top of each other.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FF512C-3481-B93A-C2F3-804514077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241" y="590330"/>
            <a:ext cx="4106990" cy="455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7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10413360-E750-D0F5-6C05-A4C19E04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C6C690F6-2FFF-91A3-3B0C-7D4619517B92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97ED6A02-4999-3C48-EC06-2DDE608DA854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B1F9164-39A2-91BB-EE0E-8EF4F38D7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22951F-8848-CE0C-D69C-4E852B4E6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983" y="266744"/>
            <a:ext cx="2511039" cy="4758489"/>
          </a:xfrm>
          <a:prstGeom prst="rect">
            <a:avLst/>
          </a:prstGeom>
        </p:spPr>
      </p:pic>
      <p:sp>
        <p:nvSpPr>
          <p:cNvPr id="5" name="Google Shape;205;p27">
            <a:extLst>
              <a:ext uri="{FF2B5EF4-FFF2-40B4-BE49-F238E27FC236}">
                <a16:creationId xmlns:a16="http://schemas.microsoft.com/office/drawing/2014/main" id="{CD6EDC7A-AFBD-7969-EDBE-99E6960D71AA}"/>
              </a:ext>
            </a:extLst>
          </p:cNvPr>
          <p:cNvSpPr txBox="1"/>
          <p:nvPr/>
        </p:nvSpPr>
        <p:spPr>
          <a:xfrm>
            <a:off x="336230" y="2033141"/>
            <a:ext cx="36720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Hands on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4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93062C20-45B6-015A-E6DA-9A1CAB61E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7003FCA8-9272-4083-C9F6-45D9DA0DDB3B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Single child scroll view</a:t>
            </a:r>
            <a:endParaRPr sz="3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BE59688-E716-17B1-7C26-D2D6843CE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69EFCB61-6E75-358D-F290-ACF7A5A730CA}"/>
              </a:ext>
            </a:extLst>
          </p:cNvPr>
          <p:cNvSpPr txBox="1"/>
          <p:nvPr/>
        </p:nvSpPr>
        <p:spPr>
          <a:xfrm>
            <a:off x="165004" y="2393305"/>
            <a:ext cx="348572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box in which a single widget can be scrolled.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F67D21-6055-5C3B-9062-D992D6C58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727" y="737251"/>
            <a:ext cx="4929510" cy="388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9C2578E-0AF0-535D-1FB2-3749AE0A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5CA49C7A-363A-D7C9-D47B-EC70E82B9E2B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Navigator</a:t>
            </a: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F7C8278-24EE-B79B-C76B-8276F26D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002B494F-58AC-6B5F-8121-488D5941C056}"/>
              </a:ext>
            </a:extLst>
          </p:cNvPr>
          <p:cNvSpPr txBox="1"/>
          <p:nvPr/>
        </p:nvSpPr>
        <p:spPr>
          <a:xfrm>
            <a:off x="165004" y="2393305"/>
            <a:ext cx="348572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To switch from one screen to another in the app.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A1EDEA-498F-41D7-F6C1-013F2ABB5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725" y="646268"/>
            <a:ext cx="5025761" cy="404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8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5A233835-6A01-CA6F-894E-5B32C290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C55A2DE0-032D-CE89-9E44-C78B35473B06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Drawer</a:t>
            </a: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AF1483C-6956-B916-8A42-CE00BE63E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45A2B562-51C2-00F8-825D-130B512D8F99}"/>
              </a:ext>
            </a:extLst>
          </p:cNvPr>
          <p:cNvSpPr txBox="1"/>
          <p:nvPr/>
        </p:nvSpPr>
        <p:spPr>
          <a:xfrm>
            <a:off x="226880" y="1803937"/>
            <a:ext cx="3485721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Drawer widget is used to provide access to diff</a:t>
            </a:r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rent destinations.</a:t>
            </a:r>
          </a:p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t’s represented by three horizontal lines in the upper end of the scaffold.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82D141-5BF0-E77A-BF47-D7FE1A0C0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00" y="587991"/>
            <a:ext cx="4908884" cy="450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DDAA8C84-89E4-57AD-FF7E-81166532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20FB9212-E3CD-B8CA-747B-42E138DBF871}"/>
              </a:ext>
            </a:extLst>
          </p:cNvPr>
          <p:cNvSpPr txBox="1"/>
          <p:nvPr/>
        </p:nvSpPr>
        <p:spPr>
          <a:xfrm>
            <a:off x="-213786" y="51722"/>
            <a:ext cx="8549017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Bottom Navigation Bar</a:t>
            </a:r>
            <a:endParaRPr lang="en" sz="3500" dirty="0">
              <a:solidFill>
                <a:srgbClr val="F4A545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13" name="Picture 1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65B9650-FDD8-BEEA-0289-1047AF30F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4;p27">
            <a:extLst>
              <a:ext uri="{FF2B5EF4-FFF2-40B4-BE49-F238E27FC236}">
                <a16:creationId xmlns:a16="http://schemas.microsoft.com/office/drawing/2014/main" id="{F3C97A58-86C9-9AE8-C30A-70B1DE5EF971}"/>
              </a:ext>
            </a:extLst>
          </p:cNvPr>
          <p:cNvSpPr txBox="1"/>
          <p:nvPr/>
        </p:nvSpPr>
        <p:spPr>
          <a:xfrm>
            <a:off x="0" y="2110085"/>
            <a:ext cx="34857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/>
            <a:r>
              <a:rPr lang="en-US" sz="20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widget that’s displayed at the bottom of the app for selecting screen routes.</a:t>
            </a:r>
            <a:endParaRPr lang="en" sz="20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8C0D06-6073-DAA7-3829-AA6943EA0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967" y="590331"/>
            <a:ext cx="5238893" cy="455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7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0C2812E3-DC3F-C932-5530-D94CAAF0A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C343C975-5780-D642-6FA6-C18CD9C3F72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C8C3CB71-025E-9B23-09BE-4F71634555C5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833C8E7C-34A9-209C-287F-C5FE4D3DA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5" name="Google Shape;205;p27">
            <a:extLst>
              <a:ext uri="{FF2B5EF4-FFF2-40B4-BE49-F238E27FC236}">
                <a16:creationId xmlns:a16="http://schemas.microsoft.com/office/drawing/2014/main" id="{3563FEBB-1A65-556B-9001-322F5C6E799D}"/>
              </a:ext>
            </a:extLst>
          </p:cNvPr>
          <p:cNvSpPr txBox="1"/>
          <p:nvPr/>
        </p:nvSpPr>
        <p:spPr>
          <a:xfrm>
            <a:off x="336230" y="2033141"/>
            <a:ext cx="3672006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Hands on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2DE911-E6EB-BAA9-92ED-0FE766930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1581"/>
            <a:ext cx="2793500" cy="504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7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172</Words>
  <Application>Microsoft Office PowerPoint</Application>
  <PresentationFormat>On-screen Show (16:9)</PresentationFormat>
  <Paragraphs>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Lato Black</vt:lpstr>
      <vt:lpstr>Lato</vt:lpstr>
      <vt:lpstr>Calibri</vt:lpstr>
      <vt:lpstr>Satisfy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Tasneem El-Rashidy</dc:creator>
  <cp:lastModifiedBy>Tasneem El-Rashidy</cp:lastModifiedBy>
  <cp:revision>5</cp:revision>
  <dcterms:modified xsi:type="dcterms:W3CDTF">2025-11-22T14:00:39Z</dcterms:modified>
</cp:coreProperties>
</file>