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  <p:sldMasterId id="2147483669" r:id="rId2"/>
  </p:sldMasterIdLst>
  <p:notesMasterIdLst>
    <p:notesMasterId r:id="rId29"/>
  </p:notesMasterIdLst>
  <p:sldIdLst>
    <p:sldId id="256" r:id="rId3"/>
    <p:sldId id="258" r:id="rId4"/>
    <p:sldId id="259" r:id="rId5"/>
    <p:sldId id="260" r:id="rId6"/>
    <p:sldId id="274" r:id="rId7"/>
    <p:sldId id="275" r:id="rId8"/>
    <p:sldId id="276" r:id="rId9"/>
    <p:sldId id="263" r:id="rId10"/>
    <p:sldId id="264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67" r:id="rId23"/>
    <p:sldId id="268" r:id="rId24"/>
    <p:sldId id="288" r:id="rId25"/>
    <p:sldId id="289" r:id="rId26"/>
    <p:sldId id="290" r:id="rId27"/>
    <p:sldId id="271" r:id="rId28"/>
  </p:sldIdLst>
  <p:sldSz cx="9144000" cy="5143500" type="screen16x9"/>
  <p:notesSz cx="6858000" cy="9144000"/>
  <p:embeddedFontLst>
    <p:embeddedFont>
      <p:font typeface="Lato" panose="020F0502020204030203" pitchFamily="34" charset="0"/>
      <p:regular r:id="rId30"/>
      <p:bold r:id="rId31"/>
      <p:italic r:id="rId32"/>
      <p:boldItalic r:id="rId33"/>
    </p:embeddedFont>
    <p:embeddedFont>
      <p:font typeface="Lato Black" panose="020F0502020204030203" pitchFamily="34" charset="0"/>
      <p:bold r:id="rId34"/>
      <p:boldItalic r:id="rId35"/>
    </p:embeddedFont>
    <p:embeddedFont>
      <p:font typeface="Satisfy" panose="020B0604020202020204" charset="0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5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7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55716ace1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455716ace1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455716ace1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g2455716ace1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455716ace1_2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2455716ace1_2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DC2C09F2-5B16-6B8E-6BF8-555A7CF3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455716ace1_2_118:notes">
            <a:extLst>
              <a:ext uri="{FF2B5EF4-FFF2-40B4-BE49-F238E27FC236}">
                <a16:creationId xmlns:a16="http://schemas.microsoft.com/office/drawing/2014/main" id="{3FB6BD6A-6377-FFB0-0FBD-DF1EB0F5BA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2455716ace1_2_118:notes">
            <a:extLst>
              <a:ext uri="{FF2B5EF4-FFF2-40B4-BE49-F238E27FC236}">
                <a16:creationId xmlns:a16="http://schemas.microsoft.com/office/drawing/2014/main" id="{4463DC4F-BFBB-C309-D55C-6C7449CF68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391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D535D53-E47A-D84E-DDFD-76F7D8BFD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B6313465-7627-FB93-C048-9A4472BC83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1793C3E6-A70F-ED9C-AC7F-B42B56C464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4900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01C4226C-C1B2-8364-DDB4-CC505322A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455716ace1_2_118:notes">
            <a:extLst>
              <a:ext uri="{FF2B5EF4-FFF2-40B4-BE49-F238E27FC236}">
                <a16:creationId xmlns:a16="http://schemas.microsoft.com/office/drawing/2014/main" id="{159C1F9B-E2FC-C76B-8627-587759363F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2455716ace1_2_118:notes">
            <a:extLst>
              <a:ext uri="{FF2B5EF4-FFF2-40B4-BE49-F238E27FC236}">
                <a16:creationId xmlns:a16="http://schemas.microsoft.com/office/drawing/2014/main" id="{B4D708BB-3690-29F2-31E1-95C30FFD6D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1696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455716ace1_2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2455716ace1_2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55716ace1_2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455716ace1_2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39AE5CEF-80D6-06D3-0C28-20FF62EA8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55716ace1_2_174:notes">
            <a:extLst>
              <a:ext uri="{FF2B5EF4-FFF2-40B4-BE49-F238E27FC236}">
                <a16:creationId xmlns:a16="http://schemas.microsoft.com/office/drawing/2014/main" id="{62A34411-7261-5A93-6A91-DA6AE07777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455716ace1_2_174:notes">
            <a:extLst>
              <a:ext uri="{FF2B5EF4-FFF2-40B4-BE49-F238E27FC236}">
                <a16:creationId xmlns:a16="http://schemas.microsoft.com/office/drawing/2014/main" id="{CFC5FECE-26E6-C4A9-AAA4-F39768C730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00838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68137C62-AF8E-9A50-434D-C6F5937CD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55716ace1_2_174:notes">
            <a:extLst>
              <a:ext uri="{FF2B5EF4-FFF2-40B4-BE49-F238E27FC236}">
                <a16:creationId xmlns:a16="http://schemas.microsoft.com/office/drawing/2014/main" id="{F6927D2B-E949-511C-C5B9-2A3444E0AA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455716ace1_2_174:notes">
            <a:extLst>
              <a:ext uri="{FF2B5EF4-FFF2-40B4-BE49-F238E27FC236}">
                <a16:creationId xmlns:a16="http://schemas.microsoft.com/office/drawing/2014/main" id="{E8224763-6F71-863D-3AC8-CCE8A62D73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19205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009DBA73-1553-D7B7-1A2B-DAF1F0E7B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55716ace1_2_174:notes">
            <a:extLst>
              <a:ext uri="{FF2B5EF4-FFF2-40B4-BE49-F238E27FC236}">
                <a16:creationId xmlns:a16="http://schemas.microsoft.com/office/drawing/2014/main" id="{CAE9A31F-AC01-F27D-A19E-562B477595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455716ace1_2_174:notes">
            <a:extLst>
              <a:ext uri="{FF2B5EF4-FFF2-40B4-BE49-F238E27FC236}">
                <a16:creationId xmlns:a16="http://schemas.microsoft.com/office/drawing/2014/main" id="{1FE7096F-F199-3CCF-C9FE-1EFD29C118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0697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A7B492B6-F73F-1B80-471A-836FA107B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55716ace1_2_174:notes">
            <a:extLst>
              <a:ext uri="{FF2B5EF4-FFF2-40B4-BE49-F238E27FC236}">
                <a16:creationId xmlns:a16="http://schemas.microsoft.com/office/drawing/2014/main" id="{3641677A-7363-7231-723E-3553F1EA33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455716ace1_2_174:notes">
            <a:extLst>
              <a:ext uri="{FF2B5EF4-FFF2-40B4-BE49-F238E27FC236}">
                <a16:creationId xmlns:a16="http://schemas.microsoft.com/office/drawing/2014/main" id="{FCFD71E3-DECE-AAE0-04A4-8DD10D2DBC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3085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FA60057A-8F33-9B4B-0A89-92DD71FF4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55716ace1_2_174:notes">
            <a:extLst>
              <a:ext uri="{FF2B5EF4-FFF2-40B4-BE49-F238E27FC236}">
                <a16:creationId xmlns:a16="http://schemas.microsoft.com/office/drawing/2014/main" id="{7D942FE4-C84B-7344-1D8D-2D1F916C9E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455716ace1_2_174:notes">
            <a:extLst>
              <a:ext uri="{FF2B5EF4-FFF2-40B4-BE49-F238E27FC236}">
                <a16:creationId xmlns:a16="http://schemas.microsoft.com/office/drawing/2014/main" id="{D206F2F0-16D7-FA9B-B7FD-692E5389FF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93386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ED39476A-CDA6-0F85-B398-5466F9E9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55716ace1_2_174:notes">
            <a:extLst>
              <a:ext uri="{FF2B5EF4-FFF2-40B4-BE49-F238E27FC236}">
                <a16:creationId xmlns:a16="http://schemas.microsoft.com/office/drawing/2014/main" id="{9691E282-B037-758B-27B8-5533B25D13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455716ace1_2_174:notes">
            <a:extLst>
              <a:ext uri="{FF2B5EF4-FFF2-40B4-BE49-F238E27FC236}">
                <a16:creationId xmlns:a16="http://schemas.microsoft.com/office/drawing/2014/main" id="{DFA1016D-245A-A16E-9209-BB773097D2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39854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C3A78246-34D2-F5DE-F290-3DE9FB54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55716ace1_2_174:notes">
            <a:extLst>
              <a:ext uri="{FF2B5EF4-FFF2-40B4-BE49-F238E27FC236}">
                <a16:creationId xmlns:a16="http://schemas.microsoft.com/office/drawing/2014/main" id="{BD4197A5-015E-EB00-EE21-25BCACEF67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455716ace1_2_174:notes">
            <a:extLst>
              <a:ext uri="{FF2B5EF4-FFF2-40B4-BE49-F238E27FC236}">
                <a16:creationId xmlns:a16="http://schemas.microsoft.com/office/drawing/2014/main" id="{241F820D-B38F-E2DE-DC88-A6DF59230C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69887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C1D5E027-6A5F-A7F0-CCE8-751FC6A32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55716ace1_2_75:notes">
            <a:extLst>
              <a:ext uri="{FF2B5EF4-FFF2-40B4-BE49-F238E27FC236}">
                <a16:creationId xmlns:a16="http://schemas.microsoft.com/office/drawing/2014/main" id="{1425CB39-7144-A542-2788-633BA9C76D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455716ace1_2_75:notes">
            <a:extLst>
              <a:ext uri="{FF2B5EF4-FFF2-40B4-BE49-F238E27FC236}">
                <a16:creationId xmlns:a16="http://schemas.microsoft.com/office/drawing/2014/main" id="{BCDE41BD-B8B0-C77A-688E-F5E95B31CD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4732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9D0BD548-0E2C-C6D1-4444-7233FB2FA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55716ace1_2_174:notes">
            <a:extLst>
              <a:ext uri="{FF2B5EF4-FFF2-40B4-BE49-F238E27FC236}">
                <a16:creationId xmlns:a16="http://schemas.microsoft.com/office/drawing/2014/main" id="{C77227F2-409A-3735-08AA-1704A9E921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455716ace1_2_174:notes">
            <a:extLst>
              <a:ext uri="{FF2B5EF4-FFF2-40B4-BE49-F238E27FC236}">
                <a16:creationId xmlns:a16="http://schemas.microsoft.com/office/drawing/2014/main" id="{64FA19E6-6B81-6F11-F852-CFB1409F87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58265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C018C74C-C3DE-3ADB-8E39-A62B4D2BC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55716ace1_2_174:notes">
            <a:extLst>
              <a:ext uri="{FF2B5EF4-FFF2-40B4-BE49-F238E27FC236}">
                <a16:creationId xmlns:a16="http://schemas.microsoft.com/office/drawing/2014/main" id="{03DCAFC4-BA2A-34BD-7AC1-F12C336437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455716ace1_2_174:notes">
            <a:extLst>
              <a:ext uri="{FF2B5EF4-FFF2-40B4-BE49-F238E27FC236}">
                <a16:creationId xmlns:a16="http://schemas.microsoft.com/office/drawing/2014/main" id="{F42A221A-4493-7C02-96B1-441CF24B31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05350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B856D3A5-8179-746D-5C96-75D6AF7D4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55716ace1_2_174:notes">
            <a:extLst>
              <a:ext uri="{FF2B5EF4-FFF2-40B4-BE49-F238E27FC236}">
                <a16:creationId xmlns:a16="http://schemas.microsoft.com/office/drawing/2014/main" id="{998AA16E-7AE5-AFCD-C598-CB4AD6BA47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455716ace1_2_174:notes">
            <a:extLst>
              <a:ext uri="{FF2B5EF4-FFF2-40B4-BE49-F238E27FC236}">
                <a16:creationId xmlns:a16="http://schemas.microsoft.com/office/drawing/2014/main" id="{D20F0CF1-42BE-F9E1-B7F3-47E0C3FE98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78321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455716ace1_2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2455716ace1_2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36F48607-1960-7485-A51D-4DA1A44C4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79112447-35A6-CD85-C885-F5EA06FFF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40E84458-93B2-387C-A927-2B22CBF18A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90065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DB7A2B38-A036-5147-8F22-E7D9BC1AE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2D0E39B0-476E-21DD-1D79-9BF5591B7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B04DD1DA-2DA0-AB8A-0448-A7708F7B59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51049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49315C26-6C7B-1914-FA5E-7088EFA64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40DB4AE3-92E6-9AAC-10F8-CE5A16337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C906D54D-2BD7-2F61-556E-F2037DFC97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80916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455716ace1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455716ace1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 rot="2002332">
            <a:off x="5424541" y="4086766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3"/>
                </a:lnTo>
                <a:lnTo>
                  <a:pt x="0" y="1650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" name="Google Shape;14;p2"/>
          <p:cNvSpPr/>
          <p:nvPr/>
        </p:nvSpPr>
        <p:spPr>
          <a:xfrm>
            <a:off x="73819" y="621066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4"/>
                </a:lnTo>
                <a:lnTo>
                  <a:pt x="0" y="496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5" name="Google Shape;15;p2"/>
          <p:cNvSpPr/>
          <p:nvPr/>
        </p:nvSpPr>
        <p:spPr>
          <a:xfrm>
            <a:off x="5917804" y="621066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4"/>
                </a:lnTo>
                <a:lnTo>
                  <a:pt x="0" y="496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6" name="Google Shape;16;p2"/>
          <p:cNvSpPr/>
          <p:nvPr/>
        </p:nvSpPr>
        <p:spPr>
          <a:xfrm>
            <a:off x="5917804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7" name="Google Shape;17;p2"/>
          <p:cNvSpPr/>
          <p:nvPr/>
        </p:nvSpPr>
        <p:spPr>
          <a:xfrm>
            <a:off x="2671234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8" name="Google Shape;18;p2"/>
          <p:cNvSpPr/>
          <p:nvPr/>
        </p:nvSpPr>
        <p:spPr>
          <a:xfrm>
            <a:off x="73819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9" name="Google Shape;19;p2"/>
          <p:cNvSpPr/>
          <p:nvPr/>
        </p:nvSpPr>
        <p:spPr>
          <a:xfrm rot="5400000">
            <a:off x="6450462" y="2559289"/>
            <a:ext cx="4782449" cy="376448"/>
          </a:xfrm>
          <a:custGeom>
            <a:avLst/>
            <a:gdLst/>
            <a:ahLst/>
            <a:cxnLst/>
            <a:rect l="l" t="t" r="r" b="b"/>
            <a:pathLst>
              <a:path w="9564898" h="752895" extrusionOk="0">
                <a:moveTo>
                  <a:pt x="0" y="0"/>
                </a:moveTo>
                <a:lnTo>
                  <a:pt x="9564898" y="0"/>
                </a:lnTo>
                <a:lnTo>
                  <a:pt x="9564898" y="752894"/>
                </a:lnTo>
                <a:lnTo>
                  <a:pt x="0" y="752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20" name="Google Shape;20;p2"/>
          <p:cNvSpPr/>
          <p:nvPr/>
        </p:nvSpPr>
        <p:spPr>
          <a:xfrm rot="5400000">
            <a:off x="-1993869" y="2564052"/>
            <a:ext cx="4782449" cy="376448"/>
          </a:xfrm>
          <a:custGeom>
            <a:avLst/>
            <a:gdLst/>
            <a:ahLst/>
            <a:cxnLst/>
            <a:rect l="l" t="t" r="r" b="b"/>
            <a:pathLst>
              <a:path w="9564898" h="752895" extrusionOk="0">
                <a:moveTo>
                  <a:pt x="0" y="0"/>
                </a:moveTo>
                <a:lnTo>
                  <a:pt x="9564898" y="0"/>
                </a:lnTo>
                <a:lnTo>
                  <a:pt x="9564898" y="752894"/>
                </a:lnTo>
                <a:lnTo>
                  <a:pt x="0" y="752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995812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25" name="Google Shape;25;p3"/>
          <p:cNvSpPr/>
          <p:nvPr/>
        </p:nvSpPr>
        <p:spPr>
          <a:xfrm>
            <a:off x="2995812" y="475275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26" name="Google Shape;26;p3"/>
          <p:cNvSpPr/>
          <p:nvPr/>
        </p:nvSpPr>
        <p:spPr>
          <a:xfrm rot="-1739939">
            <a:off x="823130" y="392367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" name="Google Shape;27;p3"/>
          <p:cNvSpPr/>
          <p:nvPr/>
        </p:nvSpPr>
        <p:spPr>
          <a:xfrm rot="-2088241">
            <a:off x="7772060" y="760869"/>
            <a:ext cx="910980" cy="791669"/>
          </a:xfrm>
          <a:custGeom>
            <a:avLst/>
            <a:gdLst/>
            <a:ahLst/>
            <a:cxnLst/>
            <a:rect l="l" t="t" r="r" b="b"/>
            <a:pathLst>
              <a:path w="1824425" h="1585479" extrusionOk="0">
                <a:moveTo>
                  <a:pt x="0" y="0"/>
                </a:moveTo>
                <a:lnTo>
                  <a:pt x="1824425" y="0"/>
                </a:lnTo>
                <a:lnTo>
                  <a:pt x="1824425" y="1585478"/>
                </a:lnTo>
                <a:lnTo>
                  <a:pt x="0" y="1585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4516626" y="2625048"/>
            <a:ext cx="2222534" cy="2518452"/>
          </a:xfrm>
          <a:custGeom>
            <a:avLst/>
            <a:gdLst/>
            <a:ahLst/>
            <a:cxnLst/>
            <a:rect l="l" t="t" r="r" b="b"/>
            <a:pathLst>
              <a:path w="4445067" h="5036904" extrusionOk="0">
                <a:moveTo>
                  <a:pt x="0" y="0"/>
                </a:moveTo>
                <a:lnTo>
                  <a:pt x="4445067" y="0"/>
                </a:lnTo>
                <a:lnTo>
                  <a:pt x="4445067" y="5036904"/>
                </a:lnTo>
                <a:lnTo>
                  <a:pt x="0" y="5036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9" name="Google Shape;39;p5"/>
          <p:cNvSpPr/>
          <p:nvPr/>
        </p:nvSpPr>
        <p:spPr>
          <a:xfrm>
            <a:off x="564344" y="3086100"/>
            <a:ext cx="1635633" cy="2057400"/>
          </a:xfrm>
          <a:custGeom>
            <a:avLst/>
            <a:gdLst/>
            <a:ahLst/>
            <a:cxnLst/>
            <a:rect l="l" t="t" r="r" b="b"/>
            <a:pathLst>
              <a:path w="3271266" h="4114800" extrusionOk="0">
                <a:moveTo>
                  <a:pt x="0" y="0"/>
                </a:moveTo>
                <a:lnTo>
                  <a:pt x="3271266" y="0"/>
                </a:lnTo>
                <a:lnTo>
                  <a:pt x="32712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6"/>
          <p:cNvSpPr/>
          <p:nvPr/>
        </p:nvSpPr>
        <p:spPr>
          <a:xfrm rot="-1739939">
            <a:off x="823130" y="392367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" name="Google Shape;44;p6"/>
          <p:cNvSpPr/>
          <p:nvPr/>
        </p:nvSpPr>
        <p:spPr>
          <a:xfrm rot="-2088241">
            <a:off x="7772060" y="760869"/>
            <a:ext cx="910980" cy="791669"/>
          </a:xfrm>
          <a:custGeom>
            <a:avLst/>
            <a:gdLst/>
            <a:ahLst/>
            <a:cxnLst/>
            <a:rect l="l" t="t" r="r" b="b"/>
            <a:pathLst>
              <a:path w="1824425" h="1585479" extrusionOk="0">
                <a:moveTo>
                  <a:pt x="0" y="0"/>
                </a:moveTo>
                <a:lnTo>
                  <a:pt x="1824425" y="0"/>
                </a:lnTo>
                <a:lnTo>
                  <a:pt x="1824425" y="1585478"/>
                </a:lnTo>
                <a:lnTo>
                  <a:pt x="0" y="1585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" name="Google Shape;45;p6"/>
          <p:cNvSpPr/>
          <p:nvPr/>
        </p:nvSpPr>
        <p:spPr>
          <a:xfrm>
            <a:off x="8083819" y="3389255"/>
            <a:ext cx="1350734" cy="1349045"/>
          </a:xfrm>
          <a:custGeom>
            <a:avLst/>
            <a:gdLst/>
            <a:ahLst/>
            <a:cxnLst/>
            <a:rect l="l" t="t" r="r" b="b"/>
            <a:pathLst>
              <a:path w="2701467" h="2698090" extrusionOk="0">
                <a:moveTo>
                  <a:pt x="0" y="0"/>
                </a:moveTo>
                <a:lnTo>
                  <a:pt x="2701467" y="0"/>
                </a:lnTo>
                <a:lnTo>
                  <a:pt x="2701467" y="2698090"/>
                </a:lnTo>
                <a:lnTo>
                  <a:pt x="0" y="269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6" name="Google Shape;46;p6"/>
          <p:cNvSpPr/>
          <p:nvPr/>
        </p:nvSpPr>
        <p:spPr>
          <a:xfrm rot="2002332">
            <a:off x="3959050" y="4133537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2"/>
                </a:lnTo>
                <a:lnTo>
                  <a:pt x="0" y="1650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" name="Google Shape;47;p6"/>
          <p:cNvSpPr/>
          <p:nvPr/>
        </p:nvSpPr>
        <p:spPr>
          <a:xfrm>
            <a:off x="306139" y="2348820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74604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7"/>
          <p:cNvSpPr/>
          <p:nvPr/>
        </p:nvSpPr>
        <p:spPr>
          <a:xfrm rot="-1739939">
            <a:off x="864005" y="72122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2" name="Google Shape;52;p7"/>
          <p:cNvSpPr/>
          <p:nvPr/>
        </p:nvSpPr>
        <p:spPr>
          <a:xfrm rot="2002332">
            <a:off x="7661750" y="372237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2"/>
                </a:lnTo>
                <a:lnTo>
                  <a:pt x="0" y="1650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3" name="Google Shape;53;p7"/>
          <p:cNvSpPr/>
          <p:nvPr/>
        </p:nvSpPr>
        <p:spPr>
          <a:xfrm>
            <a:off x="4421614" y="3948520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/>
          <p:nvPr/>
        </p:nvSpPr>
        <p:spPr>
          <a:xfrm>
            <a:off x="4310698" y="2715473"/>
            <a:ext cx="2372962" cy="2424482"/>
          </a:xfrm>
          <a:custGeom>
            <a:avLst/>
            <a:gdLst/>
            <a:ahLst/>
            <a:cxnLst/>
            <a:rect l="l" t="t" r="r" b="b"/>
            <a:pathLst>
              <a:path w="5616478" h="5738420" extrusionOk="0">
                <a:moveTo>
                  <a:pt x="0" y="0"/>
                </a:moveTo>
                <a:lnTo>
                  <a:pt x="5616478" y="0"/>
                </a:lnTo>
                <a:lnTo>
                  <a:pt x="5616478" y="5738420"/>
                </a:lnTo>
                <a:lnTo>
                  <a:pt x="0" y="5738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1" name="Google Shape;61;p8"/>
          <p:cNvSpPr/>
          <p:nvPr/>
        </p:nvSpPr>
        <p:spPr>
          <a:xfrm>
            <a:off x="8127774" y="350879"/>
            <a:ext cx="873766" cy="1013063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762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72497"/>
            <a:ext cx="9144000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atisfy"/>
              <a:buNone/>
              <a:defRPr sz="2800">
                <a:solidFill>
                  <a:schemeClr val="dk1"/>
                </a:solidFill>
                <a:latin typeface="Satisfy"/>
                <a:ea typeface="Satisfy"/>
                <a:cs typeface="Satisfy"/>
                <a:sym typeface="Satisf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atisfy"/>
              <a:buChar char="●"/>
              <a:defRPr sz="1800">
                <a:solidFill>
                  <a:schemeClr val="dk2"/>
                </a:solidFill>
                <a:latin typeface="Satisfy"/>
                <a:ea typeface="Satisfy"/>
                <a:cs typeface="Satisfy"/>
                <a:sym typeface="Satisfy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 Black"/>
              <a:buChar char="○"/>
              <a:defRPr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A38"/>
            </a:gs>
            <a:gs pos="100000">
              <a:srgbClr val="571960"/>
            </a:gs>
          </a:gsLst>
          <a:lin ang="0" scaled="0"/>
        </a:gra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23"/>
          <p:cNvSpPr/>
          <p:nvPr/>
        </p:nvSpPr>
        <p:spPr>
          <a:xfrm>
            <a:off x="8360123" y="266744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49" y="0"/>
                </a:lnTo>
                <a:lnTo>
                  <a:pt x="1021949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Google Shape;156;p23"/>
          <p:cNvSpPr txBox="1"/>
          <p:nvPr/>
        </p:nvSpPr>
        <p:spPr>
          <a:xfrm>
            <a:off x="-440980" y="3410492"/>
            <a:ext cx="473480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FF9FEC"/>
                </a:solidFill>
                <a:latin typeface="Satisfy"/>
                <a:sym typeface="Satisfy"/>
              </a:rPr>
              <a:t>Why Flutter?</a:t>
            </a:r>
            <a:endParaRPr sz="4000" dirty="0"/>
          </a:p>
        </p:txBody>
      </p:sp>
      <p:sp>
        <p:nvSpPr>
          <p:cNvPr id="157" name="Google Shape;157;p23"/>
          <p:cNvSpPr txBox="1"/>
          <p:nvPr/>
        </p:nvSpPr>
        <p:spPr>
          <a:xfrm>
            <a:off x="498720" y="1129894"/>
            <a:ext cx="8268649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 dirty="0">
                <a:solidFill>
                  <a:srgbClr val="F9A629"/>
                </a:solidFill>
                <a:latin typeface="Lato Black"/>
                <a:ea typeface="Lato Black"/>
                <a:cs typeface="Lato Black"/>
                <a:sym typeface="Lato Black"/>
              </a:rPr>
              <a:t>Your First Step</a:t>
            </a:r>
            <a:endParaRPr sz="9000" dirty="0"/>
          </a:p>
        </p:txBody>
      </p:sp>
      <p:sp>
        <p:nvSpPr>
          <p:cNvPr id="4" name="Google Shape;156;p23">
            <a:extLst>
              <a:ext uri="{FF2B5EF4-FFF2-40B4-BE49-F238E27FC236}">
                <a16:creationId xmlns:a16="http://schemas.microsoft.com/office/drawing/2014/main" id="{D3367034-EA8B-D9B5-BA7E-53AF4C05D448}"/>
              </a:ext>
            </a:extLst>
          </p:cNvPr>
          <p:cNvSpPr txBox="1"/>
          <p:nvPr/>
        </p:nvSpPr>
        <p:spPr>
          <a:xfrm>
            <a:off x="2265642" y="3864411"/>
            <a:ext cx="473480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FF9FEC"/>
                </a:solidFill>
                <a:latin typeface="Satisfy"/>
                <a:sym typeface="Satisfy"/>
              </a:rPr>
              <a:t>Dart!</a:t>
            </a:r>
            <a:endParaRPr sz="4000" dirty="0"/>
          </a:p>
        </p:txBody>
      </p:sp>
      <p:sp>
        <p:nvSpPr>
          <p:cNvPr id="5" name="Google Shape;156;p23">
            <a:extLst>
              <a:ext uri="{FF2B5EF4-FFF2-40B4-BE49-F238E27FC236}">
                <a16:creationId xmlns:a16="http://schemas.microsoft.com/office/drawing/2014/main" id="{A7BD598A-8C3A-10A7-2F77-521ED69228FD}"/>
              </a:ext>
            </a:extLst>
          </p:cNvPr>
          <p:cNvSpPr txBox="1"/>
          <p:nvPr/>
        </p:nvSpPr>
        <p:spPr>
          <a:xfrm>
            <a:off x="4088169" y="2816445"/>
            <a:ext cx="473480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FF9FEC"/>
                </a:solidFill>
                <a:latin typeface="Satisfy"/>
                <a:sym typeface="Satisfy"/>
              </a:rPr>
              <a:t>Mobile Devlopment</a:t>
            </a:r>
            <a:endParaRPr sz="4000" dirty="0"/>
          </a:p>
        </p:txBody>
      </p:sp>
      <p:sp>
        <p:nvSpPr>
          <p:cNvPr id="6" name="Google Shape;156;p23">
            <a:extLst>
              <a:ext uri="{FF2B5EF4-FFF2-40B4-BE49-F238E27FC236}">
                <a16:creationId xmlns:a16="http://schemas.microsoft.com/office/drawing/2014/main" id="{3E5AAF1A-FDB1-4C97-4786-E9EB1BD5D034}"/>
              </a:ext>
            </a:extLst>
          </p:cNvPr>
          <p:cNvSpPr txBox="1"/>
          <p:nvPr/>
        </p:nvSpPr>
        <p:spPr>
          <a:xfrm>
            <a:off x="4032566" y="4100530"/>
            <a:ext cx="473480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FF9FEC"/>
                </a:solidFill>
                <a:latin typeface="Satisfy"/>
                <a:sym typeface="Satisfy"/>
              </a:rPr>
              <a:t>OOP</a:t>
            </a:r>
            <a:endParaRPr sz="4000" dirty="0"/>
          </a:p>
        </p:txBody>
      </p:sp>
      <p:pic>
        <p:nvPicPr>
          <p:cNvPr id="7" name="Picture 6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788A728-C23D-22E6-556E-A75BB3940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/>
        </p:nvSpPr>
        <p:spPr>
          <a:xfrm>
            <a:off x="3423489" y="2159222"/>
            <a:ext cx="207780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24EAE4"/>
                </a:solidFill>
                <a:latin typeface="Lato Black"/>
                <a:ea typeface="Lato Black"/>
                <a:cs typeface="Lato Black"/>
                <a:sym typeface="Lato Black"/>
              </a:rPr>
              <a:t>Dart</a:t>
            </a:r>
            <a:endParaRPr sz="2500" dirty="0"/>
          </a:p>
        </p:txBody>
      </p:sp>
      <p:sp>
        <p:nvSpPr>
          <p:cNvPr id="181" name="Google Shape;181;p25"/>
          <p:cNvSpPr txBox="1"/>
          <p:nvPr/>
        </p:nvSpPr>
        <p:spPr>
          <a:xfrm>
            <a:off x="751004" y="2917007"/>
            <a:ext cx="190183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 dirty="0">
                <a:solidFill>
                  <a:srgbClr val="F99C15"/>
                </a:solidFill>
                <a:latin typeface="Lato Black"/>
                <a:ea typeface="Lato Black"/>
                <a:cs typeface="Lato Black"/>
                <a:sym typeface="Lato Black"/>
              </a:rPr>
              <a:t>Intro to Mobile Development</a:t>
            </a:r>
            <a:endParaRPr sz="2000" dirty="0"/>
          </a:p>
        </p:txBody>
      </p:sp>
      <p:sp>
        <p:nvSpPr>
          <p:cNvPr id="183" name="Google Shape;183;p25"/>
          <p:cNvSpPr txBox="1"/>
          <p:nvPr/>
        </p:nvSpPr>
        <p:spPr>
          <a:xfrm>
            <a:off x="6495757" y="2877792"/>
            <a:ext cx="1897239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i="0" u="none" strike="noStrike" cap="none" dirty="0">
                <a:solidFill>
                  <a:srgbClr val="FF9FEC"/>
                </a:solidFill>
                <a:latin typeface="Lato Black"/>
                <a:ea typeface="Lato Black"/>
                <a:cs typeface="Lato Black"/>
                <a:sym typeface="Lato Black"/>
              </a:rPr>
              <a:t>OOP Implemented</a:t>
            </a:r>
            <a:endParaRPr sz="2200" dirty="0"/>
          </a:p>
        </p:txBody>
      </p:sp>
      <p:sp>
        <p:nvSpPr>
          <p:cNvPr id="185" name="Google Shape;185;p25"/>
          <p:cNvSpPr txBox="1"/>
          <p:nvPr/>
        </p:nvSpPr>
        <p:spPr>
          <a:xfrm>
            <a:off x="1443161" y="450191"/>
            <a:ext cx="6257677" cy="78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 b="0" i="0" u="none" strike="noStrike" cap="none">
                <a:solidFill>
                  <a:srgbClr val="FF9FEC"/>
                </a:solidFill>
                <a:latin typeface="Satisfy"/>
                <a:ea typeface="Satisfy"/>
                <a:cs typeface="Satisfy"/>
                <a:sym typeface="Satisfy"/>
              </a:rPr>
              <a:t>Table Of Contents</a:t>
            </a:r>
            <a:endParaRPr sz="700"/>
          </a:p>
        </p:txBody>
      </p:sp>
      <p:sp>
        <p:nvSpPr>
          <p:cNvPr id="186" name="Google Shape;186;p25"/>
          <p:cNvSpPr txBox="1"/>
          <p:nvPr/>
        </p:nvSpPr>
        <p:spPr>
          <a:xfrm>
            <a:off x="86507" y="3029047"/>
            <a:ext cx="6644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 dirty="0">
                <a:solidFill>
                  <a:srgbClr val="F99C15"/>
                </a:solidFill>
                <a:latin typeface="Lato Black"/>
                <a:ea typeface="Lato Black"/>
                <a:cs typeface="Lato Black"/>
                <a:sym typeface="Lato Black"/>
              </a:rPr>
              <a:t>1.</a:t>
            </a:r>
            <a:endParaRPr sz="2000" dirty="0"/>
          </a:p>
        </p:txBody>
      </p:sp>
      <p:sp>
        <p:nvSpPr>
          <p:cNvPr id="187" name="Google Shape;187;p25"/>
          <p:cNvSpPr txBox="1"/>
          <p:nvPr/>
        </p:nvSpPr>
        <p:spPr>
          <a:xfrm>
            <a:off x="5787734" y="2932072"/>
            <a:ext cx="919493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i="0" u="none" strike="noStrike" cap="none" dirty="0">
                <a:solidFill>
                  <a:srgbClr val="FF9FEC"/>
                </a:solidFill>
                <a:latin typeface="Lato Black"/>
                <a:ea typeface="Lato Black"/>
                <a:cs typeface="Lato Black"/>
                <a:sym typeface="Lato Black"/>
              </a:rPr>
              <a:t>3.</a:t>
            </a:r>
            <a:endParaRPr sz="2200" dirty="0"/>
          </a:p>
        </p:txBody>
      </p:sp>
      <p:sp>
        <p:nvSpPr>
          <p:cNvPr id="188" name="Google Shape;188;p25"/>
          <p:cNvSpPr txBox="1"/>
          <p:nvPr/>
        </p:nvSpPr>
        <p:spPr>
          <a:xfrm>
            <a:off x="3026496" y="2159222"/>
            <a:ext cx="91949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i="0" u="none" strike="noStrike" cap="none" dirty="0">
                <a:solidFill>
                  <a:srgbClr val="24EAE4"/>
                </a:solidFill>
                <a:latin typeface="Lato Black"/>
                <a:ea typeface="Lato Black"/>
                <a:cs typeface="Lato Black"/>
                <a:sym typeface="Lato Black"/>
              </a:rPr>
              <a:t>2.</a:t>
            </a:r>
            <a:endParaRPr sz="2500" dirty="0"/>
          </a:p>
        </p:txBody>
      </p:sp>
      <p:sp>
        <p:nvSpPr>
          <p:cNvPr id="4" name="Google Shape;170;p24">
            <a:extLst>
              <a:ext uri="{FF2B5EF4-FFF2-40B4-BE49-F238E27FC236}">
                <a16:creationId xmlns:a16="http://schemas.microsoft.com/office/drawing/2014/main" id="{FFE9E017-345E-19C0-EE04-D603397CDFD4}"/>
              </a:ext>
            </a:extLst>
          </p:cNvPr>
          <p:cNvSpPr/>
          <p:nvPr/>
        </p:nvSpPr>
        <p:spPr>
          <a:xfrm rot="19856537">
            <a:off x="7874583" y="1332882"/>
            <a:ext cx="722577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5" y="0"/>
                </a:lnTo>
                <a:lnTo>
                  <a:pt x="1445155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ogle Shape;171;p24">
            <a:extLst>
              <a:ext uri="{FF2B5EF4-FFF2-40B4-BE49-F238E27FC236}">
                <a16:creationId xmlns:a16="http://schemas.microsoft.com/office/drawing/2014/main" id="{5BD96E47-9D0F-A916-ED09-7AA04E584BF3}"/>
              </a:ext>
            </a:extLst>
          </p:cNvPr>
          <p:cNvSpPr/>
          <p:nvPr/>
        </p:nvSpPr>
        <p:spPr>
          <a:xfrm rot="19856537">
            <a:off x="7950783" y="1409082"/>
            <a:ext cx="722577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5" y="0"/>
                </a:lnTo>
                <a:lnTo>
                  <a:pt x="1445155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Google Shape;355;p39">
            <a:extLst>
              <a:ext uri="{FF2B5EF4-FFF2-40B4-BE49-F238E27FC236}">
                <a16:creationId xmlns:a16="http://schemas.microsoft.com/office/drawing/2014/main" id="{236E2BA7-D06A-175F-2295-4B5375F49613}"/>
              </a:ext>
            </a:extLst>
          </p:cNvPr>
          <p:cNvSpPr/>
          <p:nvPr/>
        </p:nvSpPr>
        <p:spPr>
          <a:xfrm>
            <a:off x="461906" y="1277320"/>
            <a:ext cx="289098" cy="433252"/>
          </a:xfrm>
          <a:custGeom>
            <a:avLst/>
            <a:gdLst/>
            <a:ahLst/>
            <a:cxnLst/>
            <a:rect l="l" t="t" r="r" b="b"/>
            <a:pathLst>
              <a:path w="578195" h="866504" extrusionOk="0">
                <a:moveTo>
                  <a:pt x="0" y="0"/>
                </a:moveTo>
                <a:lnTo>
                  <a:pt x="578195" y="0"/>
                </a:lnTo>
                <a:lnTo>
                  <a:pt x="578195" y="866504"/>
                </a:lnTo>
                <a:lnTo>
                  <a:pt x="0" y="8665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325FBBB5-E957-5C9B-8540-DF8898C4C1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/>
        </p:nvSpPr>
        <p:spPr>
          <a:xfrm>
            <a:off x="1707337" y="2112778"/>
            <a:ext cx="707227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 i="0" u="none" strike="noStrike" cap="none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Intro to Mobile Development</a:t>
            </a:r>
            <a:endParaRPr sz="4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96" name="Google Shape;196;p26"/>
          <p:cNvSpPr txBox="1"/>
          <p:nvPr/>
        </p:nvSpPr>
        <p:spPr>
          <a:xfrm>
            <a:off x="833446" y="2115168"/>
            <a:ext cx="71177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 i="0" u="none" strike="noStrike" cap="none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1.</a:t>
            </a:r>
            <a:endParaRPr sz="4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3" name="Picture 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6BA8C61B-41A7-19ED-FDE1-958F92BF7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/>
        </p:nvSpPr>
        <p:spPr>
          <a:xfrm>
            <a:off x="1044131" y="2448024"/>
            <a:ext cx="6890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Creating applications for one operating system.</a:t>
            </a:r>
            <a:endParaRPr sz="2000" dirty="0"/>
          </a:p>
        </p:txBody>
      </p:sp>
      <p:sp>
        <p:nvSpPr>
          <p:cNvPr id="205" name="Google Shape;205;p27"/>
          <p:cNvSpPr txBox="1"/>
          <p:nvPr/>
        </p:nvSpPr>
        <p:spPr>
          <a:xfrm>
            <a:off x="214989" y="866269"/>
            <a:ext cx="854901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Native Dev.</a:t>
            </a:r>
            <a:endParaRPr sz="6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" name="Google Shape;327;p36">
            <a:extLst>
              <a:ext uri="{FF2B5EF4-FFF2-40B4-BE49-F238E27FC236}">
                <a16:creationId xmlns:a16="http://schemas.microsoft.com/office/drawing/2014/main" id="{11835BA0-75AC-40A4-7726-032C82D851C4}"/>
              </a:ext>
            </a:extLst>
          </p:cNvPr>
          <p:cNvSpPr txBox="1"/>
          <p:nvPr/>
        </p:nvSpPr>
        <p:spPr>
          <a:xfrm>
            <a:off x="975379" y="3720858"/>
            <a:ext cx="1881943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 dirty="0">
                <a:solidFill>
                  <a:srgbClr val="FF9FEC"/>
                </a:solidFill>
                <a:latin typeface="Lato Black"/>
                <a:ea typeface="Lato Black"/>
                <a:cs typeface="Lato Black"/>
                <a:sym typeface="Lato Black"/>
              </a:rPr>
              <a:t>Android</a:t>
            </a:r>
            <a:endParaRPr sz="700" dirty="0"/>
          </a:p>
        </p:txBody>
      </p:sp>
      <p:sp>
        <p:nvSpPr>
          <p:cNvPr id="3" name="Google Shape;217;p28">
            <a:extLst>
              <a:ext uri="{FF2B5EF4-FFF2-40B4-BE49-F238E27FC236}">
                <a16:creationId xmlns:a16="http://schemas.microsoft.com/office/drawing/2014/main" id="{3E2A4832-6B9D-6EE4-C224-5FB290990ECB}"/>
              </a:ext>
            </a:extLst>
          </p:cNvPr>
          <p:cNvSpPr txBox="1"/>
          <p:nvPr/>
        </p:nvSpPr>
        <p:spPr>
          <a:xfrm>
            <a:off x="5200449" y="3720858"/>
            <a:ext cx="2292063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 dirty="0">
                <a:solidFill>
                  <a:srgbClr val="24EAE4"/>
                </a:solidFill>
                <a:latin typeface="Lato Black"/>
                <a:ea typeface="Lato Black"/>
                <a:cs typeface="Lato Black"/>
                <a:sym typeface="Lato Black"/>
              </a:rPr>
              <a:t>IoS</a:t>
            </a:r>
            <a:endParaRPr sz="700" dirty="0"/>
          </a:p>
        </p:txBody>
      </p:sp>
      <p:sp>
        <p:nvSpPr>
          <p:cNvPr id="4" name="Google Shape;204;p27">
            <a:extLst>
              <a:ext uri="{FF2B5EF4-FFF2-40B4-BE49-F238E27FC236}">
                <a16:creationId xmlns:a16="http://schemas.microsoft.com/office/drawing/2014/main" id="{A06C3F0C-0D3C-2015-16D3-17088610BB23}"/>
              </a:ext>
            </a:extLst>
          </p:cNvPr>
          <p:cNvSpPr txBox="1"/>
          <p:nvPr/>
        </p:nvSpPr>
        <p:spPr>
          <a:xfrm>
            <a:off x="857964" y="4081527"/>
            <a:ext cx="72476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with</a:t>
            </a:r>
            <a:r>
              <a:rPr lang="en-US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2000" dirty="0"/>
          </a:p>
        </p:txBody>
      </p:sp>
      <p:sp>
        <p:nvSpPr>
          <p:cNvPr id="5" name="Google Shape;215;p28">
            <a:extLst>
              <a:ext uri="{FF2B5EF4-FFF2-40B4-BE49-F238E27FC236}">
                <a16:creationId xmlns:a16="http://schemas.microsoft.com/office/drawing/2014/main" id="{1DB2D7AD-0223-7CA0-D400-98450B362C81}"/>
              </a:ext>
            </a:extLst>
          </p:cNvPr>
          <p:cNvSpPr txBox="1"/>
          <p:nvPr/>
        </p:nvSpPr>
        <p:spPr>
          <a:xfrm>
            <a:off x="1403970" y="4081527"/>
            <a:ext cx="683388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 dirty="0">
                <a:solidFill>
                  <a:srgbClr val="F99C15"/>
                </a:solidFill>
                <a:latin typeface="Lato Black"/>
                <a:ea typeface="Lato Black"/>
                <a:cs typeface="Lato Black"/>
                <a:sym typeface="Lato Black"/>
              </a:rPr>
              <a:t>Java </a:t>
            </a:r>
            <a:endParaRPr sz="700" dirty="0"/>
          </a:p>
        </p:txBody>
      </p:sp>
      <p:sp>
        <p:nvSpPr>
          <p:cNvPr id="6" name="Google Shape;204;p27">
            <a:extLst>
              <a:ext uri="{FF2B5EF4-FFF2-40B4-BE49-F238E27FC236}">
                <a16:creationId xmlns:a16="http://schemas.microsoft.com/office/drawing/2014/main" id="{420BCECA-41ED-B2B1-781C-62D10AC2C3F0}"/>
              </a:ext>
            </a:extLst>
          </p:cNvPr>
          <p:cNvSpPr txBox="1"/>
          <p:nvPr/>
        </p:nvSpPr>
        <p:spPr>
          <a:xfrm>
            <a:off x="1931232" y="4093839"/>
            <a:ext cx="41595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or</a:t>
            </a:r>
            <a:r>
              <a:rPr lang="en-US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2000" dirty="0"/>
          </a:p>
        </p:txBody>
      </p:sp>
      <p:sp>
        <p:nvSpPr>
          <p:cNvPr id="8" name="Google Shape;215;p28">
            <a:extLst>
              <a:ext uri="{FF2B5EF4-FFF2-40B4-BE49-F238E27FC236}">
                <a16:creationId xmlns:a16="http://schemas.microsoft.com/office/drawing/2014/main" id="{2CD00F8B-50E5-602D-454D-F7DDD6203FBA}"/>
              </a:ext>
            </a:extLst>
          </p:cNvPr>
          <p:cNvSpPr txBox="1"/>
          <p:nvPr/>
        </p:nvSpPr>
        <p:spPr>
          <a:xfrm>
            <a:off x="2249725" y="4093839"/>
            <a:ext cx="767277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 dirty="0">
                <a:solidFill>
                  <a:srgbClr val="F99C15"/>
                </a:solidFill>
                <a:latin typeface="Lato Black"/>
                <a:ea typeface="Lato Black"/>
                <a:cs typeface="Lato Black"/>
                <a:sym typeface="Lato Black"/>
              </a:rPr>
              <a:t>Kotlin </a:t>
            </a:r>
            <a:endParaRPr sz="700" dirty="0"/>
          </a:p>
        </p:txBody>
      </p:sp>
      <p:sp>
        <p:nvSpPr>
          <p:cNvPr id="9" name="Google Shape;204;p27">
            <a:extLst>
              <a:ext uri="{FF2B5EF4-FFF2-40B4-BE49-F238E27FC236}">
                <a16:creationId xmlns:a16="http://schemas.microsoft.com/office/drawing/2014/main" id="{ADD3DBB1-C008-68F6-6AF5-6266DE7078AC}"/>
              </a:ext>
            </a:extLst>
          </p:cNvPr>
          <p:cNvSpPr txBox="1"/>
          <p:nvPr/>
        </p:nvSpPr>
        <p:spPr>
          <a:xfrm>
            <a:off x="4961807" y="4059238"/>
            <a:ext cx="72476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with</a:t>
            </a:r>
            <a:r>
              <a:rPr lang="en-US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2000" dirty="0"/>
          </a:p>
        </p:txBody>
      </p:sp>
      <p:sp>
        <p:nvSpPr>
          <p:cNvPr id="10" name="Google Shape;215;p28">
            <a:extLst>
              <a:ext uri="{FF2B5EF4-FFF2-40B4-BE49-F238E27FC236}">
                <a16:creationId xmlns:a16="http://schemas.microsoft.com/office/drawing/2014/main" id="{507B0E71-0809-6A1D-55E5-5D5B11944B72}"/>
              </a:ext>
            </a:extLst>
          </p:cNvPr>
          <p:cNvSpPr txBox="1"/>
          <p:nvPr/>
        </p:nvSpPr>
        <p:spPr>
          <a:xfrm>
            <a:off x="5540386" y="4062886"/>
            <a:ext cx="683388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 dirty="0">
                <a:solidFill>
                  <a:srgbClr val="F99C15"/>
                </a:solidFill>
                <a:latin typeface="Lato Black"/>
                <a:ea typeface="Lato Black"/>
                <a:cs typeface="Lato Black"/>
                <a:sym typeface="Lato Black"/>
              </a:rPr>
              <a:t>Swift </a:t>
            </a:r>
            <a:endParaRPr sz="700" dirty="0"/>
          </a:p>
        </p:txBody>
      </p:sp>
      <p:sp>
        <p:nvSpPr>
          <p:cNvPr id="11" name="Google Shape;204;p27">
            <a:extLst>
              <a:ext uri="{FF2B5EF4-FFF2-40B4-BE49-F238E27FC236}">
                <a16:creationId xmlns:a16="http://schemas.microsoft.com/office/drawing/2014/main" id="{F0DF57FD-1988-022F-9575-6B30A1D04F28}"/>
              </a:ext>
            </a:extLst>
          </p:cNvPr>
          <p:cNvSpPr txBox="1"/>
          <p:nvPr/>
        </p:nvSpPr>
        <p:spPr>
          <a:xfrm>
            <a:off x="6138506" y="4046032"/>
            <a:ext cx="41595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or</a:t>
            </a:r>
            <a:r>
              <a:rPr lang="en-US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2000" dirty="0"/>
          </a:p>
        </p:txBody>
      </p:sp>
      <p:sp>
        <p:nvSpPr>
          <p:cNvPr id="12" name="Google Shape;215;p28">
            <a:extLst>
              <a:ext uri="{FF2B5EF4-FFF2-40B4-BE49-F238E27FC236}">
                <a16:creationId xmlns:a16="http://schemas.microsoft.com/office/drawing/2014/main" id="{E6B0A6D7-ED87-7F9F-0270-1C3B43B884E8}"/>
              </a:ext>
            </a:extLst>
          </p:cNvPr>
          <p:cNvSpPr txBox="1"/>
          <p:nvPr/>
        </p:nvSpPr>
        <p:spPr>
          <a:xfrm>
            <a:off x="6465731" y="4056905"/>
            <a:ext cx="1400379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 dirty="0">
                <a:solidFill>
                  <a:srgbClr val="F99C15"/>
                </a:solidFill>
                <a:latin typeface="Lato Black"/>
                <a:ea typeface="Lato Black"/>
                <a:cs typeface="Lato Black"/>
                <a:sym typeface="Lato Black"/>
              </a:rPr>
              <a:t>Objective C </a:t>
            </a:r>
            <a:endParaRPr sz="700" dirty="0"/>
          </a:p>
        </p:txBody>
      </p:sp>
      <p:pic>
        <p:nvPicPr>
          <p:cNvPr id="14" name="Picture 1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104E588-414D-9E89-50E7-CFB985C1D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92">
          <a:extLst>
            <a:ext uri="{FF2B5EF4-FFF2-40B4-BE49-F238E27FC236}">
              <a16:creationId xmlns:a16="http://schemas.microsoft.com/office/drawing/2014/main" id="{CED1CE03-0DA9-0B5B-EDD2-8C928B8E3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>
            <a:extLst>
              <a:ext uri="{FF2B5EF4-FFF2-40B4-BE49-F238E27FC236}">
                <a16:creationId xmlns:a16="http://schemas.microsoft.com/office/drawing/2014/main" id="{2ED787A4-9F86-951A-1836-7AA79AC26E28}"/>
              </a:ext>
            </a:extLst>
          </p:cNvPr>
          <p:cNvSpPr txBox="1"/>
          <p:nvPr/>
        </p:nvSpPr>
        <p:spPr>
          <a:xfrm>
            <a:off x="1035861" y="2099028"/>
            <a:ext cx="707227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0" i="0" u="none" strike="noStrike" cap="none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Disadvanteges?</a:t>
            </a:r>
            <a:endParaRPr sz="5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3" name="Picture 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1E9EA5B1-342D-7861-C5FB-346F0DFAC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81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D1670148-1832-183E-0DCC-FD8FADDF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>
            <a:extLst>
              <a:ext uri="{FF2B5EF4-FFF2-40B4-BE49-F238E27FC236}">
                <a16:creationId xmlns:a16="http://schemas.microsoft.com/office/drawing/2014/main" id="{3174DB58-1869-DB73-519C-CA57B6C5C663}"/>
              </a:ext>
            </a:extLst>
          </p:cNvPr>
          <p:cNvSpPr txBox="1"/>
          <p:nvPr/>
        </p:nvSpPr>
        <p:spPr>
          <a:xfrm>
            <a:off x="972390" y="2674906"/>
            <a:ext cx="719921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i="0" u="none" strike="noStrike" cap="none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Creating </a:t>
            </a:r>
            <a:r>
              <a:rPr lang="en" sz="25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one application with one single codebse to work on multiple operating systems.</a:t>
            </a:r>
            <a:endParaRPr sz="2500" dirty="0"/>
          </a:p>
        </p:txBody>
      </p:sp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0ED0CC13-8E89-4B74-FF62-E755F76E8247}"/>
              </a:ext>
            </a:extLst>
          </p:cNvPr>
          <p:cNvSpPr txBox="1"/>
          <p:nvPr/>
        </p:nvSpPr>
        <p:spPr>
          <a:xfrm>
            <a:off x="214989" y="866269"/>
            <a:ext cx="854901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Cross-Platform Dev.</a:t>
            </a:r>
            <a:endParaRPr sz="6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088E964-8E9C-D1DF-3959-AD3677987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74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92">
          <a:extLst>
            <a:ext uri="{FF2B5EF4-FFF2-40B4-BE49-F238E27FC236}">
              <a16:creationId xmlns:a16="http://schemas.microsoft.com/office/drawing/2014/main" id="{7C88529F-4DBE-4510-4F41-91953CC2C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>
            <a:extLst>
              <a:ext uri="{FF2B5EF4-FFF2-40B4-BE49-F238E27FC236}">
                <a16:creationId xmlns:a16="http://schemas.microsoft.com/office/drawing/2014/main" id="{2C938C4F-AB75-4453-2037-928FA5465BE1}"/>
              </a:ext>
            </a:extLst>
          </p:cNvPr>
          <p:cNvSpPr txBox="1"/>
          <p:nvPr/>
        </p:nvSpPr>
        <p:spPr>
          <a:xfrm>
            <a:off x="0" y="0"/>
            <a:ext cx="707227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0" i="0" u="none" strike="noStrike" cap="none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Every thing in Flutter is a Widget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87FF55-8A06-437D-2570-39D82601D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09" y="646332"/>
            <a:ext cx="3119697" cy="43850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3E148E-583C-72B4-C9D1-6698144F5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750" y="3330953"/>
            <a:ext cx="3596548" cy="12777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E13E88-2744-BF93-9A8D-2941F75E7E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8048" y="841362"/>
            <a:ext cx="2693403" cy="2074554"/>
          </a:xfrm>
          <a:prstGeom prst="rect">
            <a:avLst/>
          </a:prstGeom>
        </p:spPr>
      </p:pic>
      <p:pic>
        <p:nvPicPr>
          <p:cNvPr id="11" name="Picture 10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F41A820B-454C-6805-434C-7CBE8D515C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860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/>
          <p:nvPr/>
        </p:nvSpPr>
        <p:spPr>
          <a:xfrm>
            <a:off x="4184594" y="1807068"/>
            <a:ext cx="461110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79F2D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Dart</a:t>
            </a:r>
            <a:endParaRPr sz="6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48" name="Google Shape;248;p30"/>
          <p:cNvSpPr txBox="1"/>
          <p:nvPr/>
        </p:nvSpPr>
        <p:spPr>
          <a:xfrm>
            <a:off x="3258064" y="1807068"/>
            <a:ext cx="71177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79F2D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2.</a:t>
            </a:r>
            <a:endParaRPr sz="6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3" name="Picture 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6E2BAA72-523B-20F5-653F-ED7A02989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 txBox="1"/>
          <p:nvPr/>
        </p:nvSpPr>
        <p:spPr>
          <a:xfrm>
            <a:off x="-251131" y="1292952"/>
            <a:ext cx="2499939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 dirty="0">
                <a:solidFill>
                  <a:srgbClr val="24EAE4"/>
                </a:solidFill>
                <a:latin typeface="Lato Black"/>
                <a:ea typeface="Lato Black"/>
                <a:cs typeface="Lato Black"/>
                <a:sym typeface="Lato Black"/>
              </a:rPr>
              <a:t>String</a:t>
            </a:r>
            <a:endParaRPr lang="en-US" sz="700" dirty="0"/>
          </a:p>
        </p:txBody>
      </p:sp>
      <p:sp>
        <p:nvSpPr>
          <p:cNvPr id="262" name="Google Shape;262;p31"/>
          <p:cNvSpPr txBox="1"/>
          <p:nvPr/>
        </p:nvSpPr>
        <p:spPr>
          <a:xfrm>
            <a:off x="312307" y="266744"/>
            <a:ext cx="81153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0" i="0" u="none" strike="noStrike" cap="none" dirty="0">
                <a:solidFill>
                  <a:srgbClr val="0DCECE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Data Types</a:t>
            </a:r>
            <a:endParaRPr sz="5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63" name="Google Shape;263;p31"/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EA8E5C-7B67-B4D1-E6F2-BE969CB97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06" y="1906241"/>
            <a:ext cx="4271183" cy="28489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B3BA16-D181-DD15-FC82-0538941775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629" y="1852767"/>
            <a:ext cx="3731719" cy="2902447"/>
          </a:xfrm>
          <a:prstGeom prst="rect">
            <a:avLst/>
          </a:prstGeom>
        </p:spPr>
      </p:pic>
      <p:pic>
        <p:nvPicPr>
          <p:cNvPr id="14" name="Picture 1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9166A153-E86D-D507-C188-1D9C0491E3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BCBE5FE8-4EBE-CE0B-80AD-4C72A226E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>
            <a:extLst>
              <a:ext uri="{FF2B5EF4-FFF2-40B4-BE49-F238E27FC236}">
                <a16:creationId xmlns:a16="http://schemas.microsoft.com/office/drawing/2014/main" id="{51555ECD-B5D0-0C1F-86FA-5CC8F213FFE1}"/>
              </a:ext>
            </a:extLst>
          </p:cNvPr>
          <p:cNvSpPr txBox="1"/>
          <p:nvPr/>
        </p:nvSpPr>
        <p:spPr>
          <a:xfrm>
            <a:off x="-251131" y="1292952"/>
            <a:ext cx="2499939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 dirty="0">
                <a:solidFill>
                  <a:srgbClr val="24EAE4"/>
                </a:solidFill>
                <a:latin typeface="Lato Black"/>
                <a:ea typeface="Lato Black"/>
                <a:cs typeface="Lato Black"/>
                <a:sym typeface="Lato Black"/>
              </a:rPr>
              <a:t>Dynamic</a:t>
            </a:r>
            <a:endParaRPr lang="en-US" sz="700" dirty="0"/>
          </a:p>
        </p:txBody>
      </p:sp>
      <p:sp>
        <p:nvSpPr>
          <p:cNvPr id="262" name="Google Shape;262;p31">
            <a:extLst>
              <a:ext uri="{FF2B5EF4-FFF2-40B4-BE49-F238E27FC236}">
                <a16:creationId xmlns:a16="http://schemas.microsoft.com/office/drawing/2014/main" id="{23447A98-41C1-C414-6EC1-A06CF2A54DCE}"/>
              </a:ext>
            </a:extLst>
          </p:cNvPr>
          <p:cNvSpPr txBox="1"/>
          <p:nvPr/>
        </p:nvSpPr>
        <p:spPr>
          <a:xfrm>
            <a:off x="312307" y="266744"/>
            <a:ext cx="81153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0" i="0" u="none" strike="noStrike" cap="none" dirty="0">
                <a:solidFill>
                  <a:srgbClr val="0DCECE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Data Types</a:t>
            </a:r>
            <a:endParaRPr sz="5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63" name="Google Shape;263;p31">
            <a:extLst>
              <a:ext uri="{FF2B5EF4-FFF2-40B4-BE49-F238E27FC236}">
                <a16:creationId xmlns:a16="http://schemas.microsoft.com/office/drawing/2014/main" id="{BBCE4298-2C12-30FA-F017-1EA802776032}"/>
              </a:ext>
            </a:extLst>
          </p:cNvPr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200E3B-EF4D-8F41-C30F-DF70D704B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89" y="1890677"/>
            <a:ext cx="6558929" cy="2867482"/>
          </a:xfrm>
          <a:prstGeom prst="rect">
            <a:avLst/>
          </a:prstGeom>
        </p:spPr>
      </p:pic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78616DE5-C87C-39D0-6B12-28F80A95C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915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A8A59F8B-56E9-BEDA-3BD3-D1832DD01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>
            <a:extLst>
              <a:ext uri="{FF2B5EF4-FFF2-40B4-BE49-F238E27FC236}">
                <a16:creationId xmlns:a16="http://schemas.microsoft.com/office/drawing/2014/main" id="{6674F3CA-44C4-A346-7C7A-151785C524E1}"/>
              </a:ext>
            </a:extLst>
          </p:cNvPr>
          <p:cNvSpPr txBox="1"/>
          <p:nvPr/>
        </p:nvSpPr>
        <p:spPr>
          <a:xfrm>
            <a:off x="-251132" y="1019099"/>
            <a:ext cx="2499939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 dirty="0">
                <a:solidFill>
                  <a:srgbClr val="24EAE4"/>
                </a:solidFill>
                <a:latin typeface="Lato Black"/>
                <a:ea typeface="Lato Black"/>
                <a:cs typeface="Lato Black"/>
                <a:sym typeface="Lato Black"/>
              </a:rPr>
              <a:t>Lists</a:t>
            </a:r>
            <a:endParaRPr lang="en-US" sz="700" dirty="0"/>
          </a:p>
        </p:txBody>
      </p:sp>
      <p:sp>
        <p:nvSpPr>
          <p:cNvPr id="262" name="Google Shape;262;p31">
            <a:extLst>
              <a:ext uri="{FF2B5EF4-FFF2-40B4-BE49-F238E27FC236}">
                <a16:creationId xmlns:a16="http://schemas.microsoft.com/office/drawing/2014/main" id="{0EB318B0-C29A-AAAA-BDDC-335B85D9D7CE}"/>
              </a:ext>
            </a:extLst>
          </p:cNvPr>
          <p:cNvSpPr txBox="1"/>
          <p:nvPr/>
        </p:nvSpPr>
        <p:spPr>
          <a:xfrm>
            <a:off x="915347" y="0"/>
            <a:ext cx="712664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0" i="0" u="none" strike="noStrike" cap="none" dirty="0">
                <a:solidFill>
                  <a:srgbClr val="0DCECE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Data Types</a:t>
            </a:r>
            <a:endParaRPr sz="5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63" name="Google Shape;263;p31">
            <a:extLst>
              <a:ext uri="{FF2B5EF4-FFF2-40B4-BE49-F238E27FC236}">
                <a16:creationId xmlns:a16="http://schemas.microsoft.com/office/drawing/2014/main" id="{46DE4938-7CF8-AD32-86D0-4E0A0EF6978B}"/>
              </a:ext>
            </a:extLst>
          </p:cNvPr>
          <p:cNvSpPr/>
          <p:nvPr/>
        </p:nvSpPr>
        <p:spPr>
          <a:xfrm rot="-1743463">
            <a:off x="153060" y="148429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94BC08-4C2B-808E-9F8F-231FCB3BB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53" y="1542599"/>
            <a:ext cx="4049486" cy="3338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0F3B29-BFC8-1D6F-AD27-1FE2892092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8235" y="1542599"/>
            <a:ext cx="5067013" cy="3268046"/>
          </a:xfrm>
          <a:prstGeom prst="rect">
            <a:avLst/>
          </a:prstGeom>
        </p:spPr>
      </p:pic>
      <p:pic>
        <p:nvPicPr>
          <p:cNvPr id="8" name="Picture 7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A7093E2A-F178-0951-8AF2-BE70C7B02B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426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DFE0E712-211D-2381-42E1-4479288B6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>
            <a:extLst>
              <a:ext uri="{FF2B5EF4-FFF2-40B4-BE49-F238E27FC236}">
                <a16:creationId xmlns:a16="http://schemas.microsoft.com/office/drawing/2014/main" id="{02BEBBAE-7A0B-9636-515D-9AE06CBA0560}"/>
              </a:ext>
            </a:extLst>
          </p:cNvPr>
          <p:cNvSpPr txBox="1"/>
          <p:nvPr/>
        </p:nvSpPr>
        <p:spPr>
          <a:xfrm>
            <a:off x="-251132" y="1019099"/>
            <a:ext cx="2499939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 dirty="0">
                <a:solidFill>
                  <a:srgbClr val="24EAE4"/>
                </a:solidFill>
                <a:latin typeface="Lato Black"/>
                <a:ea typeface="Lato Black"/>
                <a:cs typeface="Lato Black"/>
                <a:sym typeface="Lato Black"/>
              </a:rPr>
              <a:t>Map</a:t>
            </a:r>
            <a:endParaRPr lang="en-US" sz="700" dirty="0"/>
          </a:p>
        </p:txBody>
      </p:sp>
      <p:sp>
        <p:nvSpPr>
          <p:cNvPr id="262" name="Google Shape;262;p31">
            <a:extLst>
              <a:ext uri="{FF2B5EF4-FFF2-40B4-BE49-F238E27FC236}">
                <a16:creationId xmlns:a16="http://schemas.microsoft.com/office/drawing/2014/main" id="{FAF7ED5A-B0CB-E905-043B-481067D118F8}"/>
              </a:ext>
            </a:extLst>
          </p:cNvPr>
          <p:cNvSpPr txBox="1"/>
          <p:nvPr/>
        </p:nvSpPr>
        <p:spPr>
          <a:xfrm>
            <a:off x="915347" y="0"/>
            <a:ext cx="712664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0" i="0" u="none" strike="noStrike" cap="none" dirty="0">
                <a:solidFill>
                  <a:srgbClr val="0DCECE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Data Types</a:t>
            </a:r>
            <a:endParaRPr sz="5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63" name="Google Shape;263;p31">
            <a:extLst>
              <a:ext uri="{FF2B5EF4-FFF2-40B4-BE49-F238E27FC236}">
                <a16:creationId xmlns:a16="http://schemas.microsoft.com/office/drawing/2014/main" id="{95ED0083-9709-7966-2AD8-F9630B5E4F96}"/>
              </a:ext>
            </a:extLst>
          </p:cNvPr>
          <p:cNvSpPr/>
          <p:nvPr/>
        </p:nvSpPr>
        <p:spPr>
          <a:xfrm rot="-1743463">
            <a:off x="153060" y="148429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CB0460-1F67-F8D9-2771-AC5E3F4CB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45" y="1569721"/>
            <a:ext cx="7631975" cy="3241380"/>
          </a:xfrm>
          <a:prstGeom prst="rect">
            <a:avLst/>
          </a:prstGeom>
        </p:spPr>
      </p:pic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306ADD2A-6637-42DE-D8BF-20A9D2D328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641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3A9DDF09-CD73-B205-8F8A-A3D011C4B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>
            <a:extLst>
              <a:ext uri="{FF2B5EF4-FFF2-40B4-BE49-F238E27FC236}">
                <a16:creationId xmlns:a16="http://schemas.microsoft.com/office/drawing/2014/main" id="{EFAACA7E-AB9A-7AAE-72E1-F301F2D57D7B}"/>
              </a:ext>
            </a:extLst>
          </p:cNvPr>
          <p:cNvSpPr txBox="1"/>
          <p:nvPr/>
        </p:nvSpPr>
        <p:spPr>
          <a:xfrm>
            <a:off x="656267" y="182880"/>
            <a:ext cx="712664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0" i="0" u="none" strike="noStrike" cap="none" dirty="0">
                <a:solidFill>
                  <a:srgbClr val="0DCECE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Var</a:t>
            </a:r>
            <a:endParaRPr sz="5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63" name="Google Shape;263;p31">
            <a:extLst>
              <a:ext uri="{FF2B5EF4-FFF2-40B4-BE49-F238E27FC236}">
                <a16:creationId xmlns:a16="http://schemas.microsoft.com/office/drawing/2014/main" id="{E67E5399-C6DA-7CC0-F75F-A3A62CB4C974}"/>
              </a:ext>
            </a:extLst>
          </p:cNvPr>
          <p:cNvSpPr/>
          <p:nvPr/>
        </p:nvSpPr>
        <p:spPr>
          <a:xfrm rot="-1743463">
            <a:off x="153060" y="148429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46E779-4C87-8F02-4CF6-0387DCF71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47" y="1272423"/>
            <a:ext cx="7766481" cy="3591356"/>
          </a:xfrm>
          <a:prstGeom prst="rect">
            <a:avLst/>
          </a:prstGeom>
        </p:spPr>
      </p:pic>
      <p:pic>
        <p:nvPicPr>
          <p:cNvPr id="7" name="Picture 6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A1D47D35-CECA-A4C3-ADCB-FAE4147E67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248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F6674D1B-70D7-456F-6A1B-89BDE59FC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>
            <a:extLst>
              <a:ext uri="{FF2B5EF4-FFF2-40B4-BE49-F238E27FC236}">
                <a16:creationId xmlns:a16="http://schemas.microsoft.com/office/drawing/2014/main" id="{C0E54F67-E609-994C-44A3-11C43366EF34}"/>
              </a:ext>
            </a:extLst>
          </p:cNvPr>
          <p:cNvSpPr txBox="1"/>
          <p:nvPr/>
        </p:nvSpPr>
        <p:spPr>
          <a:xfrm>
            <a:off x="2309807" y="91440"/>
            <a:ext cx="391573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0" i="0" u="none" strike="noStrike" cap="none" dirty="0">
                <a:solidFill>
                  <a:srgbClr val="0DCECE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Null Safety</a:t>
            </a:r>
            <a:endParaRPr sz="4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E9D0D7-77B0-7BF8-A944-17442CFDE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" y="861060"/>
            <a:ext cx="8168639" cy="4282440"/>
          </a:xfrm>
          <a:prstGeom prst="rect">
            <a:avLst/>
          </a:prstGeom>
        </p:spPr>
      </p:pic>
      <p:pic>
        <p:nvPicPr>
          <p:cNvPr id="7" name="Picture 6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50373CA7-50FE-7DF3-A8B9-ECC018117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512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0AE206E7-2BE2-1F54-AD7F-A043E334F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>
            <a:extLst>
              <a:ext uri="{FF2B5EF4-FFF2-40B4-BE49-F238E27FC236}">
                <a16:creationId xmlns:a16="http://schemas.microsoft.com/office/drawing/2014/main" id="{CE6B8953-B5D8-274C-361C-CAADAEB08F04}"/>
              </a:ext>
            </a:extLst>
          </p:cNvPr>
          <p:cNvSpPr txBox="1"/>
          <p:nvPr/>
        </p:nvSpPr>
        <p:spPr>
          <a:xfrm>
            <a:off x="2309807" y="91440"/>
            <a:ext cx="391573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0DCECE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I</a:t>
            </a:r>
            <a:r>
              <a:rPr lang="en" sz="4500" b="0" i="0" u="none" strike="noStrike" cap="none" dirty="0">
                <a:solidFill>
                  <a:srgbClr val="0DCECE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f condtion</a:t>
            </a:r>
            <a:endParaRPr sz="4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D5B00E-1506-87DC-3F56-7468DAFB2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48" y="1010143"/>
            <a:ext cx="8347903" cy="4041917"/>
          </a:xfrm>
          <a:prstGeom prst="rect">
            <a:avLst/>
          </a:prstGeom>
        </p:spPr>
      </p:pic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1251AA41-0D2E-4CB2-82BC-DA417B7B0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896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B588D394-7E8E-BD6C-9F6A-75E7BBF0A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>
            <a:extLst>
              <a:ext uri="{FF2B5EF4-FFF2-40B4-BE49-F238E27FC236}">
                <a16:creationId xmlns:a16="http://schemas.microsoft.com/office/drawing/2014/main" id="{D41A1802-3275-F56D-DB64-A5E5CAB346EF}"/>
              </a:ext>
            </a:extLst>
          </p:cNvPr>
          <p:cNvSpPr txBox="1"/>
          <p:nvPr/>
        </p:nvSpPr>
        <p:spPr>
          <a:xfrm>
            <a:off x="2309807" y="91440"/>
            <a:ext cx="391573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0DCECE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For in Loop</a:t>
            </a:r>
            <a:endParaRPr sz="4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76A980-09D1-483B-3265-3ED0B4FFB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54" y="1150620"/>
            <a:ext cx="7321808" cy="3550920"/>
          </a:xfrm>
          <a:prstGeom prst="rect">
            <a:avLst/>
          </a:prstGeom>
        </p:spPr>
      </p:pic>
      <p:pic>
        <p:nvPicPr>
          <p:cNvPr id="5" name="Picture 4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DFCBFC9-7C08-FED3-F8E7-9CD40BBB1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504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A38"/>
            </a:gs>
            <a:gs pos="100000">
              <a:srgbClr val="571960"/>
            </a:gs>
          </a:gsLst>
          <a:lin ang="0" scaled="0"/>
        </a:gra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D5120760-32ED-152B-FBA8-AA989FE6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>
            <a:extLst>
              <a:ext uri="{FF2B5EF4-FFF2-40B4-BE49-F238E27FC236}">
                <a16:creationId xmlns:a16="http://schemas.microsoft.com/office/drawing/2014/main" id="{56150148-2613-4C8B-AD17-CD9554AB15B9}"/>
              </a:ext>
            </a:extLst>
          </p:cNvPr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23">
            <a:extLst>
              <a:ext uri="{FF2B5EF4-FFF2-40B4-BE49-F238E27FC236}">
                <a16:creationId xmlns:a16="http://schemas.microsoft.com/office/drawing/2014/main" id="{A6748B2F-93EE-B155-87F4-DE607CB03586}"/>
              </a:ext>
            </a:extLst>
          </p:cNvPr>
          <p:cNvSpPr/>
          <p:nvPr/>
        </p:nvSpPr>
        <p:spPr>
          <a:xfrm>
            <a:off x="8360123" y="266744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49" y="0"/>
                </a:lnTo>
                <a:lnTo>
                  <a:pt x="1021949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23">
            <a:extLst>
              <a:ext uri="{FF2B5EF4-FFF2-40B4-BE49-F238E27FC236}">
                <a16:creationId xmlns:a16="http://schemas.microsoft.com/office/drawing/2014/main" id="{E15F430B-F0D7-0EA8-A799-EA617F6AA841}"/>
              </a:ext>
            </a:extLst>
          </p:cNvPr>
          <p:cNvSpPr txBox="1"/>
          <p:nvPr/>
        </p:nvSpPr>
        <p:spPr>
          <a:xfrm>
            <a:off x="1737359" y="266744"/>
            <a:ext cx="540258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rgbClr val="F9A629"/>
                </a:solidFill>
                <a:latin typeface="Lato Black"/>
                <a:ea typeface="Lato Black"/>
                <a:cs typeface="Lato Black"/>
                <a:sym typeface="Lato Black"/>
              </a:rPr>
              <a:t>Hands on</a:t>
            </a:r>
            <a:endParaRPr sz="5000" dirty="0"/>
          </a:p>
        </p:txBody>
      </p:sp>
      <p:sp>
        <p:nvSpPr>
          <p:cNvPr id="2" name="Google Shape;164;p24">
            <a:extLst>
              <a:ext uri="{FF2B5EF4-FFF2-40B4-BE49-F238E27FC236}">
                <a16:creationId xmlns:a16="http://schemas.microsoft.com/office/drawing/2014/main" id="{B837A57F-6B87-3460-CAD6-2B9A8BBD0437}"/>
              </a:ext>
            </a:extLst>
          </p:cNvPr>
          <p:cNvSpPr txBox="1"/>
          <p:nvPr/>
        </p:nvSpPr>
        <p:spPr>
          <a:xfrm>
            <a:off x="514350" y="1587183"/>
            <a:ext cx="7120890" cy="2569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Write a program that:</a:t>
            </a:r>
          </a:p>
          <a:p>
            <a:pPr marL="0" marR="0" lvl="1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 1. Has a List of Students names.</a:t>
            </a:r>
          </a:p>
          <a:p>
            <a:pPr lvl="1"/>
            <a:r>
              <a:rPr lang="en-US" sz="20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 2. H</a:t>
            </a:r>
            <a:r>
              <a:rPr lang="en-US" sz="20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as a map of student’s grades.</a:t>
            </a:r>
          </a:p>
          <a:p>
            <a:pPr lvl="1"/>
            <a:r>
              <a:rPr lang="en-US" sz="20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 3. Use a for-in loop to:</a:t>
            </a:r>
            <a:br>
              <a:rPr lang="en-US" sz="20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20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      </a:t>
            </a:r>
            <a:r>
              <a:rPr lang="en-US" sz="20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-&gt; Print each student’s name &amp; grade.</a:t>
            </a:r>
            <a:br>
              <a:rPr lang="en-US" sz="20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20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      -&gt; if the grade is &gt;= 50 print “Passed”, else “Failed”.</a:t>
            </a:r>
            <a:br>
              <a:rPr lang="en-US" sz="20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20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      -&gt; if the student’s name is “Ali”, skip his display.</a:t>
            </a:r>
          </a:p>
          <a:p>
            <a:pPr lvl="1"/>
            <a:r>
              <a:rPr lang="en-US" sz="20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 4. Count how many st</a:t>
            </a:r>
            <a:r>
              <a:rPr lang="en-US" sz="20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udents passed.</a:t>
            </a:r>
            <a:br>
              <a:rPr lang="en-US" sz="11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</a:br>
            <a:endParaRPr lang="en-US" sz="700" dirty="0">
              <a:solidFill>
                <a:schemeClr val="bg1"/>
              </a:solidFill>
            </a:endParaRPr>
          </a:p>
        </p:txBody>
      </p:sp>
      <p:pic>
        <p:nvPicPr>
          <p:cNvPr id="7" name="Picture 6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902478F4-B134-E158-AAB3-F9AEBA579A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70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5CADC0CE-0D24-60CE-139A-05013CFA1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>
            <a:extLst>
              <a:ext uri="{FF2B5EF4-FFF2-40B4-BE49-F238E27FC236}">
                <a16:creationId xmlns:a16="http://schemas.microsoft.com/office/drawing/2014/main" id="{4EB2F1EA-00E3-9EC7-18FB-30F929110BDC}"/>
              </a:ext>
            </a:extLst>
          </p:cNvPr>
          <p:cNvSpPr txBox="1"/>
          <p:nvPr/>
        </p:nvSpPr>
        <p:spPr>
          <a:xfrm>
            <a:off x="2309807" y="91440"/>
            <a:ext cx="391573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0DCECE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Functions</a:t>
            </a:r>
            <a:endParaRPr sz="4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6D57CB-BC6B-6F6A-503B-0F78B9C6F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6" y="1214271"/>
            <a:ext cx="4306133" cy="35253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282027-9FD5-25D4-EEAC-213101E7E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6429" y="1214272"/>
            <a:ext cx="4306132" cy="3525367"/>
          </a:xfrm>
          <a:prstGeom prst="rect">
            <a:avLst/>
          </a:prstGeom>
        </p:spPr>
      </p:pic>
      <p:pic>
        <p:nvPicPr>
          <p:cNvPr id="11" name="Picture 10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CD96C202-C246-E93E-3DAE-6A290AAECF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151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CC351971-D235-312A-F8CE-CA1E62839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>
            <a:extLst>
              <a:ext uri="{FF2B5EF4-FFF2-40B4-BE49-F238E27FC236}">
                <a16:creationId xmlns:a16="http://schemas.microsoft.com/office/drawing/2014/main" id="{196F8DEF-F21A-1976-89D4-96C1F48E18A8}"/>
              </a:ext>
            </a:extLst>
          </p:cNvPr>
          <p:cNvSpPr txBox="1"/>
          <p:nvPr/>
        </p:nvSpPr>
        <p:spPr>
          <a:xfrm>
            <a:off x="2309807" y="91440"/>
            <a:ext cx="391573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0DCECE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Functions</a:t>
            </a:r>
            <a:endParaRPr sz="4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823BD0-2EB8-D58B-2B34-72A44EF5C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922437"/>
            <a:ext cx="4343400" cy="38781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45D754-A2FB-6B64-E4A2-855C7BF9E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" y="990600"/>
            <a:ext cx="4686300" cy="3809997"/>
          </a:xfrm>
          <a:prstGeom prst="rect">
            <a:avLst/>
          </a:prstGeom>
        </p:spPr>
      </p:pic>
      <p:pic>
        <p:nvPicPr>
          <p:cNvPr id="2" name="Picture 1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D769B1F3-8F41-2BFD-8FCD-30F83923E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712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BE63540B-0F40-E1C4-7608-D7DA352EC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>
            <a:extLst>
              <a:ext uri="{FF2B5EF4-FFF2-40B4-BE49-F238E27FC236}">
                <a16:creationId xmlns:a16="http://schemas.microsoft.com/office/drawing/2014/main" id="{642B3FAF-6461-7022-96F8-C1F36D5465ED}"/>
              </a:ext>
            </a:extLst>
          </p:cNvPr>
          <p:cNvSpPr txBox="1"/>
          <p:nvPr/>
        </p:nvSpPr>
        <p:spPr>
          <a:xfrm>
            <a:off x="2309807" y="91440"/>
            <a:ext cx="391573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0DCECE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Asynchronous</a:t>
            </a:r>
            <a:endParaRPr sz="4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8A73FA-6677-167B-D4CA-51EB330F0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2437"/>
            <a:ext cx="9014460" cy="3992259"/>
          </a:xfrm>
          <a:prstGeom prst="rect">
            <a:avLst/>
          </a:prstGeom>
        </p:spPr>
      </p:pic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1ED9B2E2-774C-40C6-A530-0E1A6B36F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636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/>
        </p:nvSpPr>
        <p:spPr>
          <a:xfrm>
            <a:off x="2073655" y="1739671"/>
            <a:ext cx="680364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OOP Implemented</a:t>
            </a:r>
            <a:endParaRPr sz="6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94" name="Google Shape;294;p34"/>
          <p:cNvSpPr txBox="1"/>
          <p:nvPr/>
        </p:nvSpPr>
        <p:spPr>
          <a:xfrm>
            <a:off x="1083055" y="1739671"/>
            <a:ext cx="71177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3.</a:t>
            </a:r>
            <a:endParaRPr sz="6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2" name="Picture 1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4247B44B-DE5F-BACF-CE65-80B4733E4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 txBox="1"/>
          <p:nvPr/>
        </p:nvSpPr>
        <p:spPr>
          <a:xfrm>
            <a:off x="-1043331" y="1867888"/>
            <a:ext cx="577733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Encapsulation</a:t>
            </a:r>
            <a:endParaRPr sz="4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E67D06-2BE2-342E-5303-622FB0508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-68580"/>
            <a:ext cx="5615940" cy="5212081"/>
          </a:xfrm>
          <a:prstGeom prst="rect">
            <a:avLst/>
          </a:prstGeom>
        </p:spPr>
      </p:pic>
      <p:pic>
        <p:nvPicPr>
          <p:cNvPr id="6" name="Picture 5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78D2AEE-D4EE-EAC9-332A-7798C05B7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478EAE69-CDF9-9F4D-A20F-3FFB99E0B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90D0C642-4566-F681-1538-7AED38DFF3F6}"/>
              </a:ext>
            </a:extLst>
          </p:cNvPr>
          <p:cNvSpPr txBox="1"/>
          <p:nvPr/>
        </p:nvSpPr>
        <p:spPr>
          <a:xfrm>
            <a:off x="-1205338" y="2079382"/>
            <a:ext cx="557921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Inheritance</a:t>
            </a:r>
            <a:endParaRPr sz="4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F1EAE-8053-2C72-7597-FAC332DC3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-76200"/>
            <a:ext cx="5303520" cy="5219700"/>
          </a:xfrm>
          <a:prstGeom prst="rect">
            <a:avLst/>
          </a:prstGeom>
        </p:spPr>
      </p:pic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C8FF2001-A10D-AA18-35F0-2BB31F2D5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596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79FCCBA4-797B-0756-3E57-DC43F5E0C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DC8B3487-EB61-1974-FF45-CCA0627CF0A7}"/>
              </a:ext>
            </a:extLst>
          </p:cNvPr>
          <p:cNvSpPr txBox="1"/>
          <p:nvPr/>
        </p:nvSpPr>
        <p:spPr>
          <a:xfrm>
            <a:off x="-793858" y="2087002"/>
            <a:ext cx="557921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Polymorphism</a:t>
            </a:r>
            <a:endParaRPr sz="4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7CED2F-419C-AEC3-0F07-19B7C5225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552" y="0"/>
            <a:ext cx="4741448" cy="5143500"/>
          </a:xfrm>
          <a:prstGeom prst="rect">
            <a:avLst/>
          </a:prstGeom>
        </p:spPr>
      </p:pic>
      <p:pic>
        <p:nvPicPr>
          <p:cNvPr id="5" name="Picture 4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F32DD01C-05D0-27E7-D87D-6F0C2056F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93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CC98C20C-720B-293C-550B-03C7B6D6E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435DBE0D-CC67-3799-5BE3-B0562CD59AE0}"/>
              </a:ext>
            </a:extLst>
          </p:cNvPr>
          <p:cNvSpPr txBox="1"/>
          <p:nvPr/>
        </p:nvSpPr>
        <p:spPr>
          <a:xfrm>
            <a:off x="-1176666" y="2087002"/>
            <a:ext cx="557921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Abstraction</a:t>
            </a:r>
            <a:endParaRPr sz="4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0C6B98-B5E9-A5C4-CDF4-75965EA52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561" y="0"/>
            <a:ext cx="5281440" cy="5143500"/>
          </a:xfrm>
          <a:prstGeom prst="rect">
            <a:avLst/>
          </a:prstGeom>
        </p:spPr>
      </p:pic>
      <p:pic>
        <p:nvPicPr>
          <p:cNvPr id="5" name="Picture 4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53249286-51BE-2D31-306A-BC2CD4A17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4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"/>
          <p:cNvSpPr txBox="1"/>
          <p:nvPr/>
        </p:nvSpPr>
        <p:spPr>
          <a:xfrm>
            <a:off x="1864536" y="1685925"/>
            <a:ext cx="5414927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 b="0" i="0" u="none" strike="noStrike" cap="none">
                <a:solidFill>
                  <a:srgbClr val="FF9FEC"/>
                </a:solidFill>
                <a:latin typeface="Satisfy"/>
                <a:ea typeface="Satisfy"/>
                <a:cs typeface="Satisfy"/>
                <a:sym typeface="Satisfy"/>
              </a:rPr>
              <a:t>Thank you!</a:t>
            </a:r>
            <a:endParaRPr sz="700"/>
          </a:p>
        </p:txBody>
      </p:sp>
      <p:pic>
        <p:nvPicPr>
          <p:cNvPr id="2" name="Picture 1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F4B39B16-6F25-5CC7-546A-86E067195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24EAE4"/>
      </a:dk1>
      <a:lt1>
        <a:srgbClr val="20124D"/>
      </a:lt1>
      <a:dk2>
        <a:srgbClr val="FFFDFC"/>
      </a:dk2>
      <a:lt2>
        <a:srgbClr val="674EA7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206</Words>
  <Application>Microsoft Office PowerPoint</Application>
  <PresentationFormat>On-screen Show (16:9)</PresentationFormat>
  <Paragraphs>60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Satisfy</vt:lpstr>
      <vt:lpstr>Lato</vt:lpstr>
      <vt:lpstr>Calibri</vt:lpstr>
      <vt:lpstr>Lato Black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Tasneem El-Rashidy</cp:lastModifiedBy>
  <cp:revision>2</cp:revision>
  <dcterms:modified xsi:type="dcterms:W3CDTF">2025-10-28T05:56:55Z</dcterms:modified>
</cp:coreProperties>
</file>