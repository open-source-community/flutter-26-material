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7"/>
  </p:notesMasterIdLst>
  <p:sldIdLst>
    <p:sldId id="256" r:id="rId3"/>
    <p:sldId id="284" r:id="rId4"/>
    <p:sldId id="275" r:id="rId5"/>
    <p:sldId id="305" r:id="rId6"/>
    <p:sldId id="309" r:id="rId7"/>
    <p:sldId id="308" r:id="rId8"/>
    <p:sldId id="314" r:id="rId9"/>
    <p:sldId id="307" r:id="rId10"/>
    <p:sldId id="306" r:id="rId11"/>
    <p:sldId id="310" r:id="rId12"/>
    <p:sldId id="311" r:id="rId13"/>
    <p:sldId id="312" r:id="rId14"/>
    <p:sldId id="313" r:id="rId15"/>
    <p:sldId id="271" r:id="rId16"/>
  </p:sldIdLst>
  <p:sldSz cx="9144000" cy="5143500" type="screen16x9"/>
  <p:notesSz cx="6858000" cy="9144000"/>
  <p:embeddedFontLst>
    <p:embeddedFont>
      <p:font typeface="Ebrima" panose="02000000000000000000" pitchFamily="2" charset="0"/>
      <p:regular r:id="rId18"/>
      <p:bold r:id="rId19"/>
    </p:embeddedFont>
    <p:embeddedFont>
      <p:font typeface="Fira Sans" panose="02000000000000000000" pitchFamily="2" charset="0"/>
      <p:regular r:id="rId20"/>
      <p:bold r:id="rId21"/>
      <p:italic r:id="rId22"/>
      <p:boldItalic r:id="rId23"/>
    </p:embeddedFont>
    <p:embeddedFont>
      <p:font typeface="Lato Black" panose="02000000000000000000" pitchFamily="2" charset="0"/>
      <p:bold r:id="rId24"/>
      <p:boldItalic r:id="rId25"/>
    </p:embeddedFont>
    <p:embeddedFont>
      <p:font typeface="Satisfy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DEA900"/>
    <a:srgbClr val="C09200"/>
    <a:srgbClr val="D2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7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font" Target="fonts/font1.fntdata" /><Relationship Id="rId26" Type="http://schemas.openxmlformats.org/officeDocument/2006/relationships/font" Target="fonts/font9.fntdata" /><Relationship Id="rId3" Type="http://schemas.openxmlformats.org/officeDocument/2006/relationships/slide" Target="slides/slide1.xml" /><Relationship Id="rId21" Type="http://schemas.openxmlformats.org/officeDocument/2006/relationships/font" Target="fonts/font4.fntdata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notesMaster" Target="notesMasters/notesMaster1.xml" /><Relationship Id="rId25" Type="http://schemas.openxmlformats.org/officeDocument/2006/relationships/font" Target="fonts/font8.fntdata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font" Target="fonts/font3.fntdata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font" Target="fonts/font7.fntdata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font" Target="fonts/font6.fntdata" /><Relationship Id="rId28" Type="http://schemas.openxmlformats.org/officeDocument/2006/relationships/viewProps" Target="viewProps.xml" /><Relationship Id="rId10" Type="http://schemas.openxmlformats.org/officeDocument/2006/relationships/slide" Target="slides/slide8.xml" /><Relationship Id="rId19" Type="http://schemas.openxmlformats.org/officeDocument/2006/relationships/font" Target="fonts/font2.fntdata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font" Target="fonts/font5.fntdata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4737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6089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FE6B0E27-07C8-05B4-05CD-4A383DF6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6D89F7F2-396C-3B8E-3B54-D189EE3A3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D89681F9-A2B4-9F95-E10A-EB2EBEF09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207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078C7D8-26D2-5272-1EF7-A00C3A50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75B4B329-25A6-6821-F4E7-A6E967A5F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6A899712-44B8-4138-89A5-F7409EF75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3743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D691A23A-BF58-6072-4FBD-F65020CA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8494A794-8AFB-17FB-DE61-15DBCCE24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06126E1C-5849-025E-5AE9-807D4A1C6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865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29C7DBB-CE38-CC62-2E0C-04D1B396F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42FBF02A-166A-87D5-2BEE-CAA2B9AC0B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56D653FB-66B0-5139-3EF6-D411013C8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0040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7D2ED62-41DE-85AD-006B-CEF1CA4B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0DC88BFB-57B7-2589-3FAD-84E01AACF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2140ED66-F189-E86F-25F0-0089A1A37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4242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E7C5A7B3-E739-D8B4-501B-E6B58EFC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513212E4-3DC0-3FB8-FD11-DA13E9A0A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8AA80159-C62E-ED6B-22F5-D0C0DD96D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8515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0CCBBD1-CB59-C8EA-B5F0-12A5F309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7149BEF-CC7F-F822-985E-5D5F02A4F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3D97E2AA-B18E-0725-6F00-76CB67FD5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191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E7AFD62-FD91-50C2-1BE2-2EBF482E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C5DB3D5C-1871-42DF-408F-C84C94DF7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48E95F38-86A0-B222-8FA5-85DDDED2B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7984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31F9E43-5885-19B2-195F-03E651DD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D48BF3F8-E2FB-B0F8-5BD2-EA5A76E72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FC4A9DE5-EEAC-9A21-1F08-E7169FBC8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2423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486B9A89-70D2-837C-FE36-D3ED3CF6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3FCB0858-3AF0-FB03-7677-A1FAFCADB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F969A5E2-FBE8-0395-AD8F-3C22FAD7E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07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6992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4.png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9.png" /><Relationship Id="rId5" Type="http://schemas.openxmlformats.org/officeDocument/2006/relationships/image" Target="../media/image1.png" /><Relationship Id="rId4" Type="http://schemas.openxmlformats.org/officeDocument/2006/relationships/image" Target="../media/image8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9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10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 /><Relationship Id="rId3" Type="http://schemas.openxmlformats.org/officeDocument/2006/relationships/slideLayout" Target="../slideLayouts/slideLayout12.xml" /><Relationship Id="rId7" Type="http://schemas.openxmlformats.org/officeDocument/2006/relationships/slideLayout" Target="../slideLayouts/slideLayout16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15.xml" /><Relationship Id="rId11" Type="http://schemas.openxmlformats.org/officeDocument/2006/relationships/slideLayout" Target="../slideLayouts/slideLayout20.xml" /><Relationship Id="rId5" Type="http://schemas.openxmlformats.org/officeDocument/2006/relationships/slideLayout" Target="../slideLayouts/slideLayout14.xml" /><Relationship Id="rId10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13.xml" /><Relationship Id="rId9" Type="http://schemas.openxmlformats.org/officeDocument/2006/relationships/slideLayout" Target="../slideLayouts/slideLayout1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0.xml" /><Relationship Id="rId5" Type="http://schemas.openxmlformats.org/officeDocument/2006/relationships/image" Target="../media/image13.png" /><Relationship Id="rId4" Type="http://schemas.openxmlformats.org/officeDocument/2006/relationships/image" Target="../media/image9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0.xml" /><Relationship Id="rId5" Type="http://schemas.openxmlformats.org/officeDocument/2006/relationships/image" Target="../media/image13.png" /><Relationship Id="rId4" Type="http://schemas.openxmlformats.org/officeDocument/2006/relationships/image" Target="../media/image9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1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1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17.png" /><Relationship Id="rId5" Type="http://schemas.openxmlformats.org/officeDocument/2006/relationships/image" Target="../media/image13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20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21.png" /><Relationship Id="rId5" Type="http://schemas.openxmlformats.org/officeDocument/2006/relationships/image" Target="../media/image9.png" /><Relationship Id="rId4" Type="http://schemas.openxmlformats.org/officeDocument/2006/relationships/image" Target="../media/image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25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26.jpg" /><Relationship Id="rId5" Type="http://schemas.openxmlformats.org/officeDocument/2006/relationships/image" Target="../media/image13.png" /><Relationship Id="rId4" Type="http://schemas.openxmlformats.org/officeDocument/2006/relationships/image" Target="../media/image9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7" name="Google Shape;157;p23"/>
          <p:cNvSpPr txBox="1"/>
          <p:nvPr/>
        </p:nvSpPr>
        <p:spPr>
          <a:xfrm>
            <a:off x="910014" y="2005681"/>
            <a:ext cx="740691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en-US" sz="5400" b="1" dirty="0">
                <a:solidFill>
                  <a:srgbClr val="FF9933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Flutter</a:t>
            </a:r>
            <a:r>
              <a:rPr lang="en-US" sz="5400" b="1" dirty="0">
                <a:solidFill>
                  <a:srgbClr val="FF9933"/>
                </a:solidFill>
                <a:latin typeface="Fira Sans" panose="020B0503050000020004" pitchFamily="34" charset="0"/>
              </a:rPr>
              <a:t> </a:t>
            </a:r>
            <a:r>
              <a:rPr lang="en-US" sz="5400" b="1" dirty="0">
                <a:solidFill>
                  <a:srgbClr val="FF9933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UI</a:t>
            </a:r>
            <a:r>
              <a:rPr lang="en-US" sz="5400" b="1" dirty="0">
                <a:solidFill>
                  <a:srgbClr val="FF9933"/>
                </a:solidFill>
                <a:latin typeface="Fira Sans" panose="020B0503050000020004" pitchFamily="34" charset="0"/>
              </a:rPr>
              <a:t> </a:t>
            </a:r>
            <a:r>
              <a:rPr lang="en-US" sz="5400" b="1" dirty="0">
                <a:solidFill>
                  <a:srgbClr val="FF9933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Challenges</a:t>
            </a:r>
            <a:endParaRPr sz="5400" b="1" dirty="0">
              <a:solidFill>
                <a:srgbClr val="FF9933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221751" y="368768"/>
            <a:ext cx="2044149" cy="754053"/>
          </a:xfrm>
          <a:prstGeom prst="rect">
            <a:avLst/>
          </a:prstGeom>
        </p:spPr>
        <p:txBody>
          <a:bodyPr wrap="none" bIns="91440">
            <a:spAutoFit/>
          </a:bodyPr>
          <a:lstStyle/>
          <a:p>
            <a:pPr algn="ctr"/>
            <a:r>
              <a:rPr lang="en" sz="4000" b="1" dirty="0">
                <a:solidFill>
                  <a:srgbClr val="FF9933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Agenda</a:t>
            </a:r>
            <a:endParaRPr lang="en-US" sz="4000" b="1" dirty="0">
              <a:solidFill>
                <a:srgbClr val="FF9933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01697" y="1824953"/>
            <a:ext cx="470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000" dirty="0">
                <a:solidFill>
                  <a:schemeClr val="lt2"/>
                </a:solidFill>
                <a:latin typeface="+mn-lt"/>
              </a:rPr>
              <a:t>01</a:t>
            </a:r>
            <a:endParaRPr lang="en-US" sz="2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1697" y="2403385"/>
            <a:ext cx="470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000" dirty="0">
                <a:solidFill>
                  <a:schemeClr val="lt2"/>
                </a:solidFill>
                <a:latin typeface="+mn-lt"/>
              </a:rPr>
              <a:t>02</a:t>
            </a:r>
            <a:endParaRPr lang="en-US" sz="20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01697" y="3026394"/>
            <a:ext cx="470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" sz="2000" dirty="0">
                <a:solidFill>
                  <a:schemeClr val="bg1"/>
                </a:solidFill>
                <a:latin typeface="+mn-lt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8518" y="1748010"/>
            <a:ext cx="1516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FF9933"/>
                </a:solidFill>
                <a:latin typeface="+mn-lt"/>
                <a:ea typeface="Ebrima" panose="02000000000000000000" pitchFamily="2" charset="0"/>
                <a:cs typeface="Ebrima" panose="02000000000000000000" pitchFamily="2" charset="0"/>
              </a:rPr>
              <a:t>List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2558" y="2403385"/>
            <a:ext cx="1619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FF9933"/>
                </a:solidFill>
                <a:latin typeface="+mn-lt"/>
              </a:rPr>
              <a:t>Text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2558" y="2995617"/>
            <a:ext cx="16530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FF9933"/>
                </a:solidFill>
                <a:latin typeface="+mn-lt"/>
              </a:rPr>
              <a:t>ToDo App</a:t>
            </a:r>
          </a:p>
        </p:txBody>
      </p:sp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486228" y="464457"/>
            <a:ext cx="285931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400" b="1" dirty="0">
                <a:solidFill>
                  <a:srgbClr val="FF9933"/>
                </a:solidFill>
                <a:latin typeface="Fira Sans" panose="020B0503050000020004" pitchFamily="34" charset="0"/>
                <a:cs typeface="Aref Ruqaa"/>
                <a:sym typeface="Aref Ruqaa"/>
              </a:rPr>
              <a:t>List View </a:t>
            </a: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173B1D1-CFB3-EABA-DEA4-EC0BABC3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7297D-6A52-5A58-2BD8-7B0F72A8BB79}"/>
              </a:ext>
            </a:extLst>
          </p:cNvPr>
          <p:cNvSpPr txBox="1"/>
          <p:nvPr/>
        </p:nvSpPr>
        <p:spPr>
          <a:xfrm>
            <a:off x="732971" y="1640114"/>
            <a:ext cx="2750458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Used for a small, fixed number of items</a:t>
            </a:r>
            <a:endParaRPr lang="ar-EG" sz="28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B82229-3D90-A7E0-107D-8FE546C8A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4513943" cy="430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189426DF-D837-29A2-2E4F-A1AA46FF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485407F-6958-EB2F-C794-4A1B134B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5;p27">
            <a:extLst>
              <a:ext uri="{FF2B5EF4-FFF2-40B4-BE49-F238E27FC236}">
                <a16:creationId xmlns:a16="http://schemas.microsoft.com/office/drawing/2014/main" id="{0C051FFE-8F5C-1E10-AB50-32F02A156FD4}"/>
              </a:ext>
            </a:extLst>
          </p:cNvPr>
          <p:cNvSpPr txBox="1"/>
          <p:nvPr/>
        </p:nvSpPr>
        <p:spPr>
          <a:xfrm>
            <a:off x="486228" y="464457"/>
            <a:ext cx="440508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400" b="1" dirty="0">
                <a:solidFill>
                  <a:srgbClr val="FF9933"/>
                </a:solidFill>
              </a:rPr>
              <a:t>ListView.builder</a:t>
            </a:r>
            <a:endParaRPr lang="en-US" sz="4400" b="1" dirty="0">
              <a:solidFill>
                <a:srgbClr val="FF9933"/>
              </a:solidFill>
              <a:latin typeface="Fira Sans" panose="020B0503050000020004" pitchFamily="34" charset="0"/>
              <a:cs typeface="Aref Ruqaa"/>
              <a:sym typeface="Aref Ruqaa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09A29C01-6B5F-39F1-0AD0-35F09D82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55B394E-EB40-F497-F055-678012D7A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CA28-6E46-8505-251C-B52BF6391144}"/>
              </a:ext>
            </a:extLst>
          </p:cNvPr>
          <p:cNvSpPr txBox="1"/>
          <p:nvPr/>
        </p:nvSpPr>
        <p:spPr>
          <a:xfrm>
            <a:off x="732971" y="1640114"/>
            <a:ext cx="2750458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Best for large lists. Builds items lazily when needed</a:t>
            </a:r>
            <a:endParaRPr lang="ar-EG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D7D5D-F61C-8D33-F384-7BD0C98DE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86" y="0"/>
            <a:ext cx="3976914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3062C20-45B6-015A-E6DA-9A1CAB61E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BE59688-E716-17B1-7C26-D2D6843C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361041D1-89C7-95B1-28BB-D2F7D013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3" name="Google Shape;205;p27">
            <a:extLst>
              <a:ext uri="{FF2B5EF4-FFF2-40B4-BE49-F238E27FC236}">
                <a16:creationId xmlns:a16="http://schemas.microsoft.com/office/drawing/2014/main" id="{869FA8D9-CB63-3120-243F-98C39640AB58}"/>
              </a:ext>
            </a:extLst>
          </p:cNvPr>
          <p:cNvSpPr txBox="1"/>
          <p:nvPr/>
        </p:nvSpPr>
        <p:spPr>
          <a:xfrm>
            <a:off x="304800" y="464457"/>
            <a:ext cx="468811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FF9933"/>
                </a:solidFill>
              </a:rPr>
              <a:t>ListView.separated</a:t>
            </a:r>
            <a:endParaRPr lang="en-US" sz="4000" b="1" dirty="0">
              <a:solidFill>
                <a:srgbClr val="FF9933"/>
              </a:solidFill>
              <a:latin typeface="Fira Sans" panose="020B0503050000020004" pitchFamily="34" charset="0"/>
              <a:cs typeface="Aref Ruqaa"/>
              <a:sym typeface="Aref Ruqaa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FD93150-6260-CB14-0D45-3B2F8621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C7AF4F9-E0D8-2DE5-00C3-37AAAF0C7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900BA0-346B-150F-7AA7-54398EBC0EE0}"/>
              </a:ext>
            </a:extLst>
          </p:cNvPr>
          <p:cNvSpPr txBox="1"/>
          <p:nvPr/>
        </p:nvSpPr>
        <p:spPr>
          <a:xfrm>
            <a:off x="732971" y="1640114"/>
            <a:ext cx="2750458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Same as builder but adds a separator between items.</a:t>
            </a:r>
            <a:endParaRPr lang="ar-EG" sz="28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FCE37C-C8AF-D4F5-2267-37F60D438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913" y="0"/>
            <a:ext cx="4151087" cy="439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10413360-E750-D0F5-6C05-A4C19E04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C6C690F6-2FFF-91A3-3B0C-7D4619517B92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97ED6A02-4999-3C48-EC06-2DDE608DA854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B1F9164-39A2-91BB-EE0E-8EF4F38D7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CD6EDC7A-AFBD-7969-EDBE-99E6960D71AA}"/>
              </a:ext>
            </a:extLst>
          </p:cNvPr>
          <p:cNvSpPr txBox="1"/>
          <p:nvPr/>
        </p:nvSpPr>
        <p:spPr>
          <a:xfrm>
            <a:off x="336230" y="2033141"/>
            <a:ext cx="36720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Hands 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F45A11-067C-1E1B-0FD4-6FCE2FF52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543" y="85285"/>
            <a:ext cx="2509977" cy="49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FA6CDFF-0A43-75D3-1FE6-B47393B0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327FDBC-5A75-752C-0421-AE71FECEC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016AD5-00C8-D83A-128B-784FA5893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19" y="0"/>
            <a:ext cx="51739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8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8BFAC388-B39D-3E0C-C8B4-CEE9BAC6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8DB48BC-DA19-9CB4-EE80-61B4FB8E1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7606B-88AA-9C7D-00AE-63CCB6069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286" y="56798"/>
            <a:ext cx="5043714" cy="42612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23EBA-3326-85B5-60DC-810B3B65996C}"/>
              </a:ext>
            </a:extLst>
          </p:cNvPr>
          <p:cNvSpPr txBox="1"/>
          <p:nvPr/>
        </p:nvSpPr>
        <p:spPr>
          <a:xfrm>
            <a:off x="870857" y="674936"/>
            <a:ext cx="255451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rgbClr val="FF9933"/>
                </a:solidFill>
              </a:rPr>
              <a:t>Text Field</a:t>
            </a:r>
            <a:endParaRPr lang="ar-EG" sz="3600" b="1" dirty="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8CA5A-0174-8FA0-467D-B8B27318FAD2}"/>
              </a:ext>
            </a:extLst>
          </p:cNvPr>
          <p:cNvSpPr txBox="1"/>
          <p:nvPr/>
        </p:nvSpPr>
        <p:spPr>
          <a:xfrm>
            <a:off x="732971" y="1640114"/>
            <a:ext cx="2750458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 text field lets the user enter text, either with hardware keyboard or with an onscreen keyboard.</a:t>
            </a:r>
            <a:endParaRPr lang="ar-E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15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54D9EFD9-A511-6895-C68C-36BE9936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2417988-8D46-1B4E-2CF5-8AA2E974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E0C66-C391-56D7-C2E1-7D1DB335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14" y="0"/>
            <a:ext cx="4811486" cy="4368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785B7-BC8D-D172-F924-FDE3A3D2E684}"/>
              </a:ext>
            </a:extLst>
          </p:cNvPr>
          <p:cNvSpPr txBox="1"/>
          <p:nvPr/>
        </p:nvSpPr>
        <p:spPr>
          <a:xfrm>
            <a:off x="870857" y="645908"/>
            <a:ext cx="30480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FF9933"/>
                </a:solidFill>
              </a:rPr>
              <a:t>Text Form Field</a:t>
            </a:r>
            <a:endParaRPr lang="ar-EG" sz="2800" b="1" dirty="0">
              <a:solidFill>
                <a:srgbClr val="FF99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A5B59-1072-6492-A512-DFCE79491ED6}"/>
              </a:ext>
            </a:extLst>
          </p:cNvPr>
          <p:cNvSpPr txBox="1"/>
          <p:nvPr/>
        </p:nvSpPr>
        <p:spPr>
          <a:xfrm>
            <a:off x="732971" y="1611086"/>
            <a:ext cx="2750458" cy="27699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 text field lets the user enter text, either with hardware keyboard or with an onscreen keyboard.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DEA900"/>
                </a:solidFill>
              </a:rPr>
              <a:t>Validator : An optional method that validates an input</a:t>
            </a:r>
            <a:endParaRPr lang="ar-EG" sz="1800" dirty="0">
              <a:solidFill>
                <a:srgbClr val="DEA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17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9C2578E-0AF0-535D-1FB2-3749AE0A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F7C8278-24EE-B79B-C76B-8276F26D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151;p23">
            <a:extLst>
              <a:ext uri="{FF2B5EF4-FFF2-40B4-BE49-F238E27FC236}">
                <a16:creationId xmlns:a16="http://schemas.microsoft.com/office/drawing/2014/main" id="{CA197E7D-B32F-C07B-BA0D-787EF4F34626}"/>
              </a:ext>
            </a:extLst>
          </p:cNvPr>
          <p:cNvSpPr/>
          <p:nvPr/>
        </p:nvSpPr>
        <p:spPr>
          <a:xfrm rot="19856537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Google Shape;155;p23">
            <a:extLst>
              <a:ext uri="{FF2B5EF4-FFF2-40B4-BE49-F238E27FC236}">
                <a16:creationId xmlns:a16="http://schemas.microsoft.com/office/drawing/2014/main" id="{6BF901B1-DC50-7873-0C91-EFA34D8E1ABD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452BF7E-9DB1-4879-B6E6-A743F0A74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AE8E786B-52A0-BE32-F48C-A4DE8FF86F00}"/>
              </a:ext>
            </a:extLst>
          </p:cNvPr>
          <p:cNvSpPr txBox="1"/>
          <p:nvPr/>
        </p:nvSpPr>
        <p:spPr>
          <a:xfrm>
            <a:off x="644455" y="2043415"/>
            <a:ext cx="36720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93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Hands on</a:t>
            </a:r>
            <a:endParaRPr sz="4500" dirty="0">
              <a:solidFill>
                <a:srgbClr val="FF9933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F5658-EF40-5CA4-2B89-C436559CB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600" y="133176"/>
            <a:ext cx="2493667" cy="487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8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5A233835-6A01-CA6F-894E-5B32C290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AF1483C-6956-B916-8A42-CE00BE63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22667" y="0"/>
            <a:ext cx="27815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en" sz="4400" dirty="0">
                <a:solidFill>
                  <a:srgbClr val="FF9933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Lato"/>
              </a:rPr>
              <a:t>ToDo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05BBE-D73E-0CE8-315A-3F1231534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55" y="822781"/>
            <a:ext cx="2066812" cy="4320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BFFC8-D975-0B1B-A654-562B9EA10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594" y="822781"/>
            <a:ext cx="2066811" cy="4214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341CE-EDEF-85D9-C374-4822BF74B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332" y="822781"/>
            <a:ext cx="2066811" cy="43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DAA8C84-89E4-57AD-FF7E-8116653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65B9650-FDD8-BEEA-0289-1047AF30F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538F38-1B45-48D7-E1DA-C7ADA5CDE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439" y="0"/>
            <a:ext cx="304364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74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C2812E3-DC3F-C932-5530-D94CAAF0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C343C975-5780-D642-6FA6-C18CD9C3F72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C8C3CB71-025E-9B23-09BE-4F71634555C5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833C8E7C-34A9-209C-287F-C5FE4D3DA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3563FEBB-1A65-556B-9001-322F5C6E799D}"/>
              </a:ext>
            </a:extLst>
          </p:cNvPr>
          <p:cNvSpPr txBox="1"/>
          <p:nvPr/>
        </p:nvSpPr>
        <p:spPr>
          <a:xfrm>
            <a:off x="644455" y="2043415"/>
            <a:ext cx="36720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93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Hands on</a:t>
            </a:r>
            <a:endParaRPr sz="4500" dirty="0">
              <a:solidFill>
                <a:srgbClr val="FF9933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97" y="266744"/>
            <a:ext cx="2228936" cy="462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7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 dirty="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113</Words>
  <Application>Microsoft Office PowerPoint</Application>
  <PresentationFormat>On-screen Show (16:9)</PresentationFormat>
  <Paragraphs>25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Tasneem El-Rashidy</dc:creator>
  <cp:lastModifiedBy>تسنيم محمد محمود مصطفى الرشيدى</cp:lastModifiedBy>
  <cp:revision>16</cp:revision>
  <dcterms:modified xsi:type="dcterms:W3CDTF">2025-12-05T00:52:28Z</dcterms:modified>
</cp:coreProperties>
</file>