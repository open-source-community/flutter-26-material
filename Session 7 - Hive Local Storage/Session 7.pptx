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8" r:id="rId1"/>
    <p:sldMasterId id="2147483669" r:id="rId2"/>
  </p:sldMasterIdLst>
  <p:notesMasterIdLst>
    <p:notesMasterId r:id="rId27"/>
  </p:notesMasterIdLst>
  <p:sldIdLst>
    <p:sldId id="256" r:id="rId3"/>
    <p:sldId id="259" r:id="rId4"/>
    <p:sldId id="260" r:id="rId5"/>
    <p:sldId id="274" r:id="rId6"/>
    <p:sldId id="300" r:id="rId7"/>
    <p:sldId id="301" r:id="rId8"/>
    <p:sldId id="263" r:id="rId9"/>
    <p:sldId id="264" r:id="rId10"/>
    <p:sldId id="294" r:id="rId11"/>
    <p:sldId id="267" r:id="rId12"/>
    <p:sldId id="268" r:id="rId13"/>
    <p:sldId id="297" r:id="rId14"/>
    <p:sldId id="302" r:id="rId15"/>
    <p:sldId id="304" r:id="rId16"/>
    <p:sldId id="289" r:id="rId17"/>
    <p:sldId id="303" r:id="rId18"/>
    <p:sldId id="305" r:id="rId19"/>
    <p:sldId id="306" r:id="rId20"/>
    <p:sldId id="307" r:id="rId21"/>
    <p:sldId id="308" r:id="rId22"/>
    <p:sldId id="310" r:id="rId23"/>
    <p:sldId id="311" r:id="rId24"/>
    <p:sldId id="284" r:id="rId25"/>
    <p:sldId id="271" r:id="rId26"/>
  </p:sldIdLst>
  <p:sldSz cx="9144000" cy="5143500" type="screen16x9"/>
  <p:notesSz cx="6858000" cy="9144000"/>
  <p:embeddedFontLst>
    <p:embeddedFont>
      <p:font typeface="Lato" panose="020F0502020204030203" pitchFamily="34" charset="0"/>
      <p:regular r:id="rId28"/>
      <p:bold r:id="rId29"/>
      <p:italic r:id="rId30"/>
      <p:boldItalic r:id="rId31"/>
    </p:embeddedFont>
    <p:embeddedFont>
      <p:font typeface="Lato Black" panose="020F0502020204030203" pitchFamily="34" charset="0"/>
      <p:bold r:id="rId32"/>
      <p:boldItalic r:id="rId33"/>
    </p:embeddedFont>
    <p:embeddedFont>
      <p:font typeface="Satisfy" panose="020B0604020202020204" charset="0"/>
      <p:regular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10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979" y="62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34" Type="http://schemas.openxmlformats.org/officeDocument/2006/relationships/font" Target="fonts/font7.fntdata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font" Target="fonts/font6.fntdata"/><Relationship Id="rId38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font" Target="fonts/font5.fntdata"/><Relationship Id="rId37" Type="http://schemas.openxmlformats.org/officeDocument/2006/relationships/theme" Target="theme/theme1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font" Target="fonts/font1.fntdata"/><Relationship Id="rId36" Type="http://schemas.openxmlformats.org/officeDocument/2006/relationships/viewProps" Target="view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font" Target="fonts/font4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font" Target="fonts/font3.fntdata"/><Relationship Id="rId35" Type="http://schemas.openxmlformats.org/officeDocument/2006/relationships/presProps" Target="pres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455716ace1_2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g2455716ace1_2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455716ace1_2_1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g2455716ace1_2_1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455716ace1_2_1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g2455716ace1_2_1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9">
          <a:extLst>
            <a:ext uri="{FF2B5EF4-FFF2-40B4-BE49-F238E27FC236}">
              <a16:creationId xmlns:a16="http://schemas.microsoft.com/office/drawing/2014/main" id="{DC2C09F2-5B16-6B8E-6BF8-555A7CF326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g2455716ace1_2_118:notes">
            <a:extLst>
              <a:ext uri="{FF2B5EF4-FFF2-40B4-BE49-F238E27FC236}">
                <a16:creationId xmlns:a16="http://schemas.microsoft.com/office/drawing/2014/main" id="{3FB6BD6A-6377-FFB0-0FBD-DF1EB0F5BA5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g2455716ace1_2_118:notes">
            <a:extLst>
              <a:ext uri="{FF2B5EF4-FFF2-40B4-BE49-F238E27FC236}">
                <a16:creationId xmlns:a16="http://schemas.microsoft.com/office/drawing/2014/main" id="{4463DC4F-BFBB-C309-D55C-6C7449CF687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9162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BCA70A21-64DB-F8D5-1C1D-E610F462CCE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455716ace1_2_125:notes">
            <a:extLst>
              <a:ext uri="{FF2B5EF4-FFF2-40B4-BE49-F238E27FC236}">
                <a16:creationId xmlns:a16="http://schemas.microsoft.com/office/drawing/2014/main" id="{89DF7829-7A24-B37F-75FE-42CF2B0F9243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g2455716ace1_2_125:notes">
            <a:extLst>
              <a:ext uri="{FF2B5EF4-FFF2-40B4-BE49-F238E27FC236}">
                <a16:creationId xmlns:a16="http://schemas.microsoft.com/office/drawing/2014/main" id="{1EA60511-9FCA-1D3A-3BA7-7B8FF3052DF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431727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7">
          <a:extLst>
            <a:ext uri="{FF2B5EF4-FFF2-40B4-BE49-F238E27FC236}">
              <a16:creationId xmlns:a16="http://schemas.microsoft.com/office/drawing/2014/main" id="{39B3B3F5-1FFD-E09A-1E32-A510B82B8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2455716ace1_2_125:notes">
            <a:extLst>
              <a:ext uri="{FF2B5EF4-FFF2-40B4-BE49-F238E27FC236}">
                <a16:creationId xmlns:a16="http://schemas.microsoft.com/office/drawing/2014/main" id="{0AF6AE7B-BF42-6442-2C10-1A55E4CF65E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g2455716ace1_2_125:notes">
            <a:extLst>
              <a:ext uri="{FF2B5EF4-FFF2-40B4-BE49-F238E27FC236}">
                <a16:creationId xmlns:a16="http://schemas.microsoft.com/office/drawing/2014/main" id="{0FCCB23C-D519-792F-A92A-9FFDFD3DEAA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494109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g2455716ace1_2_16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g2455716ace1_2_16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455716ace1_2_17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g2455716ace1_2_17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9">
          <a:extLst>
            <a:ext uri="{FF2B5EF4-FFF2-40B4-BE49-F238E27FC236}">
              <a16:creationId xmlns:a16="http://schemas.microsoft.com/office/drawing/2014/main" id="{E6D0A980-7812-A397-58C8-2855B2A48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2455716ace1_2_174:notes">
            <a:extLst>
              <a:ext uri="{FF2B5EF4-FFF2-40B4-BE49-F238E27FC236}">
                <a16:creationId xmlns:a16="http://schemas.microsoft.com/office/drawing/2014/main" id="{C104BE46-BE03-3302-D1CC-461423AF856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g2455716ace1_2_174:notes">
            <a:extLst>
              <a:ext uri="{FF2B5EF4-FFF2-40B4-BE49-F238E27FC236}">
                <a16:creationId xmlns:a16="http://schemas.microsoft.com/office/drawing/2014/main" id="{3AC6239A-7220-AB02-4D49-FF45428CA66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280026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2455716ace1_2_2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9" name="Google Shape;289;g2455716ace1_2_2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455716ace1_2_2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g2455716ace1_2_2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>
          <a:extLst>
            <a:ext uri="{FF2B5EF4-FFF2-40B4-BE49-F238E27FC236}">
              <a16:creationId xmlns:a16="http://schemas.microsoft.com/office/drawing/2014/main" id="{33ABF5B5-64E0-8937-86E0-E3A7F163D7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455716ace1_2_217:notes">
            <a:extLst>
              <a:ext uri="{FF2B5EF4-FFF2-40B4-BE49-F238E27FC236}">
                <a16:creationId xmlns:a16="http://schemas.microsoft.com/office/drawing/2014/main" id="{E29CB97B-370F-65F6-3368-2D91C0A7FB7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g2455716ace1_2_217:notes">
            <a:extLst>
              <a:ext uri="{FF2B5EF4-FFF2-40B4-BE49-F238E27FC236}">
                <a16:creationId xmlns:a16="http://schemas.microsoft.com/office/drawing/2014/main" id="{ECFF7FA6-40BF-8B11-B0F7-63111F9847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74168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>
          <a:extLst>
            <a:ext uri="{FF2B5EF4-FFF2-40B4-BE49-F238E27FC236}">
              <a16:creationId xmlns:a16="http://schemas.microsoft.com/office/drawing/2014/main" id="{374CFCCF-719C-7BEC-86FA-82824B5ECE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455716ace1_2_217:notes">
            <a:extLst>
              <a:ext uri="{FF2B5EF4-FFF2-40B4-BE49-F238E27FC236}">
                <a16:creationId xmlns:a16="http://schemas.microsoft.com/office/drawing/2014/main" id="{536F9E76-631E-17E8-4CE2-8E455C51D1F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297" name="Google Shape;297;g2455716ace1_2_217:notes">
            <a:extLst>
              <a:ext uri="{FF2B5EF4-FFF2-40B4-BE49-F238E27FC236}">
                <a16:creationId xmlns:a16="http://schemas.microsoft.com/office/drawing/2014/main" id="{73BCE2B1-4D13-DD9C-44DD-C9C0B76B530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9028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>
          <a:extLst>
            <a:ext uri="{FF2B5EF4-FFF2-40B4-BE49-F238E27FC236}">
              <a16:creationId xmlns:a16="http://schemas.microsoft.com/office/drawing/2014/main" id="{E4824859-2BD4-CB78-EEB4-499A7777AA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455716ace1_2_217:notes">
            <a:extLst>
              <a:ext uri="{FF2B5EF4-FFF2-40B4-BE49-F238E27FC236}">
                <a16:creationId xmlns:a16="http://schemas.microsoft.com/office/drawing/2014/main" id="{E168F57E-0945-F146-CA6E-44DB96B3193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g2455716ace1_2_217:notes">
            <a:extLst>
              <a:ext uri="{FF2B5EF4-FFF2-40B4-BE49-F238E27FC236}">
                <a16:creationId xmlns:a16="http://schemas.microsoft.com/office/drawing/2014/main" id="{5D386C2B-1108-C363-5065-1380F96ED98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77661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>
          <a:extLst>
            <a:ext uri="{FF2B5EF4-FFF2-40B4-BE49-F238E27FC236}">
              <a16:creationId xmlns:a16="http://schemas.microsoft.com/office/drawing/2014/main" id="{DB7A2B38-A036-5147-8F22-E7D9BC1AE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455716ace1_2_217:notes">
            <a:extLst>
              <a:ext uri="{FF2B5EF4-FFF2-40B4-BE49-F238E27FC236}">
                <a16:creationId xmlns:a16="http://schemas.microsoft.com/office/drawing/2014/main" id="{2D0E39B0-476E-21DD-1D79-9BF5591B77A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g2455716ace1_2_217:notes">
            <a:extLst>
              <a:ext uri="{FF2B5EF4-FFF2-40B4-BE49-F238E27FC236}">
                <a16:creationId xmlns:a16="http://schemas.microsoft.com/office/drawing/2014/main" id="{B04DD1DA-2DA0-AB8A-0448-A7708F7B59F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510494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>
          <a:extLst>
            <a:ext uri="{FF2B5EF4-FFF2-40B4-BE49-F238E27FC236}">
              <a16:creationId xmlns:a16="http://schemas.microsoft.com/office/drawing/2014/main" id="{DEFB8957-2210-D388-9AF7-DC8ABB019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455716ace1_2_217:notes">
            <a:extLst>
              <a:ext uri="{FF2B5EF4-FFF2-40B4-BE49-F238E27FC236}">
                <a16:creationId xmlns:a16="http://schemas.microsoft.com/office/drawing/2014/main" id="{C30898F7-9B5C-309C-1B9B-A1F757695371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g2455716ace1_2_217:notes">
            <a:extLst>
              <a:ext uri="{FF2B5EF4-FFF2-40B4-BE49-F238E27FC236}">
                <a16:creationId xmlns:a16="http://schemas.microsoft.com/office/drawing/2014/main" id="{241F49FE-3E98-2709-AFC7-B92A5B9E9D2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00015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>
          <a:extLst>
            <a:ext uri="{FF2B5EF4-FFF2-40B4-BE49-F238E27FC236}">
              <a16:creationId xmlns:a16="http://schemas.microsoft.com/office/drawing/2014/main" id="{28147216-9323-C0A4-B090-DF645B431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455716ace1_2_217:notes">
            <a:extLst>
              <a:ext uri="{FF2B5EF4-FFF2-40B4-BE49-F238E27FC236}">
                <a16:creationId xmlns:a16="http://schemas.microsoft.com/office/drawing/2014/main" id="{0F73F836-B1E6-6216-FFBD-A822F691877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g2455716ace1_2_217:notes">
            <a:extLst>
              <a:ext uri="{FF2B5EF4-FFF2-40B4-BE49-F238E27FC236}">
                <a16:creationId xmlns:a16="http://schemas.microsoft.com/office/drawing/2014/main" id="{04340EBA-C0A8-2238-8BBF-D2FF9B58E5BE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414557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>
          <a:extLst>
            <a:ext uri="{FF2B5EF4-FFF2-40B4-BE49-F238E27FC236}">
              <a16:creationId xmlns:a16="http://schemas.microsoft.com/office/drawing/2014/main" id="{DE9EE73F-9670-8D84-09B1-410309A4DA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455716ace1_2_217:notes">
            <a:extLst>
              <a:ext uri="{FF2B5EF4-FFF2-40B4-BE49-F238E27FC236}">
                <a16:creationId xmlns:a16="http://schemas.microsoft.com/office/drawing/2014/main" id="{884A5933-2E0F-BB86-8176-5A23FBEABA4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g2455716ace1_2_217:notes">
            <a:extLst>
              <a:ext uri="{FF2B5EF4-FFF2-40B4-BE49-F238E27FC236}">
                <a16:creationId xmlns:a16="http://schemas.microsoft.com/office/drawing/2014/main" id="{2DA1D078-08D3-C9CD-2300-F122BC6EC4A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5808428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>
          <a:extLst>
            <a:ext uri="{FF2B5EF4-FFF2-40B4-BE49-F238E27FC236}">
              <a16:creationId xmlns:a16="http://schemas.microsoft.com/office/drawing/2014/main" id="{9A81F930-53D1-7EF3-2F58-F69EDBF1E5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455716ace1_2_217:notes">
            <a:extLst>
              <a:ext uri="{FF2B5EF4-FFF2-40B4-BE49-F238E27FC236}">
                <a16:creationId xmlns:a16="http://schemas.microsoft.com/office/drawing/2014/main" id="{CB2F2C51-EEA5-4057-6076-64A6C30A5FB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g2455716ace1_2_217:notes">
            <a:extLst>
              <a:ext uri="{FF2B5EF4-FFF2-40B4-BE49-F238E27FC236}">
                <a16:creationId xmlns:a16="http://schemas.microsoft.com/office/drawing/2014/main" id="{F75F4015-0E62-54E5-A542-C6E3EB88344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882331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>
          <a:extLst>
            <a:ext uri="{FF2B5EF4-FFF2-40B4-BE49-F238E27FC236}">
              <a16:creationId xmlns:a16="http://schemas.microsoft.com/office/drawing/2014/main" id="{34FC84E1-8D8D-81DD-1E58-4124D6A3C6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455716ace1_2_217:notes">
            <a:extLst>
              <a:ext uri="{FF2B5EF4-FFF2-40B4-BE49-F238E27FC236}">
                <a16:creationId xmlns:a16="http://schemas.microsoft.com/office/drawing/2014/main" id="{C704D469-B5AD-3820-E64C-B5EB44109AB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g2455716ace1_2_217:notes">
            <a:extLst>
              <a:ext uri="{FF2B5EF4-FFF2-40B4-BE49-F238E27FC236}">
                <a16:creationId xmlns:a16="http://schemas.microsoft.com/office/drawing/2014/main" id="{D0011053-19C5-90C7-E122-5CF846F21A5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008836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>
          <a:extLst>
            <a:ext uri="{FF2B5EF4-FFF2-40B4-BE49-F238E27FC236}">
              <a16:creationId xmlns:a16="http://schemas.microsoft.com/office/drawing/2014/main" id="{AF4C4942-668D-66D3-C956-169017D099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455716ace1_2_217:notes">
            <a:extLst>
              <a:ext uri="{FF2B5EF4-FFF2-40B4-BE49-F238E27FC236}">
                <a16:creationId xmlns:a16="http://schemas.microsoft.com/office/drawing/2014/main" id="{FE2F18ED-0D2B-78D7-D5F2-BAD40FBA0FE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g2455716ace1_2_217:notes">
            <a:extLst>
              <a:ext uri="{FF2B5EF4-FFF2-40B4-BE49-F238E27FC236}">
                <a16:creationId xmlns:a16="http://schemas.microsoft.com/office/drawing/2014/main" id="{57094905-2D8C-69D1-2133-45899CB9EE52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382015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5">
          <a:extLst>
            <a:ext uri="{FF2B5EF4-FFF2-40B4-BE49-F238E27FC236}">
              <a16:creationId xmlns:a16="http://schemas.microsoft.com/office/drawing/2014/main" id="{292FE830-5111-D470-88BF-3FA0DF9890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g2455716ace1_2_217:notes">
            <a:extLst>
              <a:ext uri="{FF2B5EF4-FFF2-40B4-BE49-F238E27FC236}">
                <a16:creationId xmlns:a16="http://schemas.microsoft.com/office/drawing/2014/main" id="{B05B11ED-5504-4363-5A32-DF233BD4FE3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7" name="Google Shape;297;g2455716ace1_2_217:notes">
            <a:extLst>
              <a:ext uri="{FF2B5EF4-FFF2-40B4-BE49-F238E27FC236}">
                <a16:creationId xmlns:a16="http://schemas.microsoft.com/office/drawing/2014/main" id="{FC7D7AFC-0D3A-DD27-CCE7-677758DC540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434049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4">
          <a:extLst>
            <a:ext uri="{FF2B5EF4-FFF2-40B4-BE49-F238E27FC236}">
              <a16:creationId xmlns:a16="http://schemas.microsoft.com/office/drawing/2014/main" id="{C1D5E027-6A5F-A7F0-CCE8-751FC6A323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g2455716ace1_2_75:notes">
            <a:extLst>
              <a:ext uri="{FF2B5EF4-FFF2-40B4-BE49-F238E27FC236}">
                <a16:creationId xmlns:a16="http://schemas.microsoft.com/office/drawing/2014/main" id="{1425CB39-7144-A542-2788-633BA9C76D3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6" name="Google Shape;146;g2455716ace1_2_75:notes">
            <a:extLst>
              <a:ext uri="{FF2B5EF4-FFF2-40B4-BE49-F238E27FC236}">
                <a16:creationId xmlns:a16="http://schemas.microsoft.com/office/drawing/2014/main" id="{BCDE41BD-B8B0-C77A-688E-F5E95B31CD2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6473297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2455716ace1_2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9" name="Google Shape;339;g2455716ace1_2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9.png"/><Relationship Id="rId5" Type="http://schemas.openxmlformats.org/officeDocument/2006/relationships/image" Target="../media/image1.png"/><Relationship Id="rId4" Type="http://schemas.openxmlformats.org/officeDocument/2006/relationships/image" Target="../media/image8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" name="Google Shape;13;p2"/>
          <p:cNvSpPr/>
          <p:nvPr/>
        </p:nvSpPr>
        <p:spPr>
          <a:xfrm rot="2002332">
            <a:off x="5424541" y="4086766"/>
            <a:ext cx="919357" cy="825123"/>
          </a:xfrm>
          <a:custGeom>
            <a:avLst/>
            <a:gdLst/>
            <a:ahLst/>
            <a:cxnLst/>
            <a:rect l="l" t="t" r="r" b="b"/>
            <a:pathLst>
              <a:path w="1838967" h="1650473" extrusionOk="0">
                <a:moveTo>
                  <a:pt x="0" y="0"/>
                </a:moveTo>
                <a:lnTo>
                  <a:pt x="1838967" y="0"/>
                </a:lnTo>
                <a:lnTo>
                  <a:pt x="1838967" y="1650473"/>
                </a:lnTo>
                <a:lnTo>
                  <a:pt x="0" y="165047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4" name="Google Shape;14;p2"/>
          <p:cNvSpPr/>
          <p:nvPr/>
        </p:nvSpPr>
        <p:spPr>
          <a:xfrm>
            <a:off x="73819" y="621066"/>
            <a:ext cx="3152377" cy="248138"/>
          </a:xfrm>
          <a:custGeom>
            <a:avLst/>
            <a:gdLst/>
            <a:ahLst/>
            <a:cxnLst/>
            <a:rect l="l" t="t" r="r" b="b"/>
            <a:pathLst>
              <a:path w="6304754" h="496275" extrusionOk="0">
                <a:moveTo>
                  <a:pt x="0" y="0"/>
                </a:moveTo>
                <a:lnTo>
                  <a:pt x="6304753" y="0"/>
                </a:lnTo>
                <a:lnTo>
                  <a:pt x="6304753" y="496274"/>
                </a:lnTo>
                <a:lnTo>
                  <a:pt x="0" y="4962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809" b="-508309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" name="Google Shape;15;p2"/>
          <p:cNvSpPr/>
          <p:nvPr/>
        </p:nvSpPr>
        <p:spPr>
          <a:xfrm>
            <a:off x="5917804" y="621066"/>
            <a:ext cx="3152377" cy="248138"/>
          </a:xfrm>
          <a:custGeom>
            <a:avLst/>
            <a:gdLst/>
            <a:ahLst/>
            <a:cxnLst/>
            <a:rect l="l" t="t" r="r" b="b"/>
            <a:pathLst>
              <a:path w="6304754" h="496275" extrusionOk="0">
                <a:moveTo>
                  <a:pt x="0" y="0"/>
                </a:moveTo>
                <a:lnTo>
                  <a:pt x="6304753" y="0"/>
                </a:lnTo>
                <a:lnTo>
                  <a:pt x="6304753" y="496274"/>
                </a:lnTo>
                <a:lnTo>
                  <a:pt x="0" y="49627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809" b="-508309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6" name="Google Shape;16;p2"/>
          <p:cNvSpPr/>
          <p:nvPr/>
        </p:nvSpPr>
        <p:spPr>
          <a:xfrm>
            <a:off x="5917804" y="4629150"/>
            <a:ext cx="3152377" cy="248138"/>
          </a:xfrm>
          <a:custGeom>
            <a:avLst/>
            <a:gdLst/>
            <a:ahLst/>
            <a:cxnLst/>
            <a:rect l="l" t="t" r="r" b="b"/>
            <a:pathLst>
              <a:path w="6304754" h="496275" extrusionOk="0">
                <a:moveTo>
                  <a:pt x="0" y="0"/>
                </a:moveTo>
                <a:lnTo>
                  <a:pt x="6304753" y="0"/>
                </a:lnTo>
                <a:lnTo>
                  <a:pt x="6304753" y="496275"/>
                </a:lnTo>
                <a:lnTo>
                  <a:pt x="0" y="4962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809" b="-508309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7" name="Google Shape;17;p2"/>
          <p:cNvSpPr/>
          <p:nvPr/>
        </p:nvSpPr>
        <p:spPr>
          <a:xfrm>
            <a:off x="2671234" y="4629150"/>
            <a:ext cx="3152377" cy="248138"/>
          </a:xfrm>
          <a:custGeom>
            <a:avLst/>
            <a:gdLst/>
            <a:ahLst/>
            <a:cxnLst/>
            <a:rect l="l" t="t" r="r" b="b"/>
            <a:pathLst>
              <a:path w="6304754" h="496275" extrusionOk="0">
                <a:moveTo>
                  <a:pt x="0" y="0"/>
                </a:moveTo>
                <a:lnTo>
                  <a:pt x="6304754" y="0"/>
                </a:lnTo>
                <a:lnTo>
                  <a:pt x="6304754" y="496275"/>
                </a:lnTo>
                <a:lnTo>
                  <a:pt x="0" y="4962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809" b="-508309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8" name="Google Shape;18;p2"/>
          <p:cNvSpPr/>
          <p:nvPr/>
        </p:nvSpPr>
        <p:spPr>
          <a:xfrm>
            <a:off x="73819" y="4629150"/>
            <a:ext cx="3152377" cy="248138"/>
          </a:xfrm>
          <a:custGeom>
            <a:avLst/>
            <a:gdLst/>
            <a:ahLst/>
            <a:cxnLst/>
            <a:rect l="l" t="t" r="r" b="b"/>
            <a:pathLst>
              <a:path w="6304754" h="496275" extrusionOk="0">
                <a:moveTo>
                  <a:pt x="0" y="0"/>
                </a:moveTo>
                <a:lnTo>
                  <a:pt x="6304753" y="0"/>
                </a:lnTo>
                <a:lnTo>
                  <a:pt x="6304753" y="496275"/>
                </a:lnTo>
                <a:lnTo>
                  <a:pt x="0" y="4962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809" b="-508309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9" name="Google Shape;19;p2"/>
          <p:cNvSpPr/>
          <p:nvPr/>
        </p:nvSpPr>
        <p:spPr>
          <a:xfrm rot="5400000">
            <a:off x="6450462" y="2559289"/>
            <a:ext cx="4782449" cy="376448"/>
          </a:xfrm>
          <a:custGeom>
            <a:avLst/>
            <a:gdLst/>
            <a:ahLst/>
            <a:cxnLst/>
            <a:rect l="l" t="t" r="r" b="b"/>
            <a:pathLst>
              <a:path w="9564898" h="752895" extrusionOk="0">
                <a:moveTo>
                  <a:pt x="0" y="0"/>
                </a:moveTo>
                <a:lnTo>
                  <a:pt x="9564898" y="0"/>
                </a:lnTo>
                <a:lnTo>
                  <a:pt x="9564898" y="752894"/>
                </a:lnTo>
                <a:lnTo>
                  <a:pt x="0" y="7528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809" b="-508309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0" name="Google Shape;20;p2"/>
          <p:cNvSpPr/>
          <p:nvPr/>
        </p:nvSpPr>
        <p:spPr>
          <a:xfrm rot="5400000">
            <a:off x="-1993869" y="2564052"/>
            <a:ext cx="4782449" cy="376448"/>
          </a:xfrm>
          <a:custGeom>
            <a:avLst/>
            <a:gdLst/>
            <a:ahLst/>
            <a:cxnLst/>
            <a:rect l="l" t="t" r="r" b="b"/>
            <a:pathLst>
              <a:path w="9564898" h="752895" extrusionOk="0">
                <a:moveTo>
                  <a:pt x="0" y="0"/>
                </a:moveTo>
                <a:lnTo>
                  <a:pt x="9564898" y="0"/>
                </a:lnTo>
                <a:lnTo>
                  <a:pt x="9564898" y="752894"/>
                </a:lnTo>
                <a:lnTo>
                  <a:pt x="0" y="7528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r="-809" b="-508309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" name="Google Shape;24;p3"/>
          <p:cNvSpPr/>
          <p:nvPr/>
        </p:nvSpPr>
        <p:spPr>
          <a:xfrm>
            <a:off x="2995812" y="4629150"/>
            <a:ext cx="3152377" cy="248138"/>
          </a:xfrm>
          <a:custGeom>
            <a:avLst/>
            <a:gdLst/>
            <a:ahLst/>
            <a:cxnLst/>
            <a:rect l="l" t="t" r="r" b="b"/>
            <a:pathLst>
              <a:path w="6304754" h="496275" extrusionOk="0">
                <a:moveTo>
                  <a:pt x="0" y="0"/>
                </a:moveTo>
                <a:lnTo>
                  <a:pt x="6304754" y="0"/>
                </a:lnTo>
                <a:lnTo>
                  <a:pt x="6304754" y="496275"/>
                </a:lnTo>
                <a:lnTo>
                  <a:pt x="0" y="4962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r="-809" b="-508309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5" name="Google Shape;25;p3"/>
          <p:cNvSpPr/>
          <p:nvPr/>
        </p:nvSpPr>
        <p:spPr>
          <a:xfrm>
            <a:off x="2995812" y="475275"/>
            <a:ext cx="3152377" cy="248138"/>
          </a:xfrm>
          <a:custGeom>
            <a:avLst/>
            <a:gdLst/>
            <a:ahLst/>
            <a:cxnLst/>
            <a:rect l="l" t="t" r="r" b="b"/>
            <a:pathLst>
              <a:path w="6304754" h="496275" extrusionOk="0">
                <a:moveTo>
                  <a:pt x="0" y="0"/>
                </a:moveTo>
                <a:lnTo>
                  <a:pt x="6304754" y="0"/>
                </a:lnTo>
                <a:lnTo>
                  <a:pt x="6304754" y="496275"/>
                </a:lnTo>
                <a:lnTo>
                  <a:pt x="0" y="49627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 r="-809" b="-508309"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6" name="Google Shape;26;p3"/>
          <p:cNvSpPr/>
          <p:nvPr/>
        </p:nvSpPr>
        <p:spPr>
          <a:xfrm rot="-1739939">
            <a:off x="823130" y="3923676"/>
            <a:ext cx="957142" cy="920052"/>
          </a:xfrm>
          <a:custGeom>
            <a:avLst/>
            <a:gdLst/>
            <a:ahLst/>
            <a:cxnLst/>
            <a:rect l="l" t="t" r="r" b="b"/>
            <a:pathLst>
              <a:path w="1913470" h="1839323" extrusionOk="0">
                <a:moveTo>
                  <a:pt x="0" y="0"/>
                </a:moveTo>
                <a:lnTo>
                  <a:pt x="1913470" y="0"/>
                </a:lnTo>
                <a:lnTo>
                  <a:pt x="1913470" y="1839323"/>
                </a:lnTo>
                <a:lnTo>
                  <a:pt x="0" y="18393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7" name="Google Shape;27;p3"/>
          <p:cNvSpPr/>
          <p:nvPr/>
        </p:nvSpPr>
        <p:spPr>
          <a:xfrm rot="-2088241">
            <a:off x="7772060" y="760869"/>
            <a:ext cx="910980" cy="791669"/>
          </a:xfrm>
          <a:custGeom>
            <a:avLst/>
            <a:gdLst/>
            <a:ahLst/>
            <a:cxnLst/>
            <a:rect l="l" t="t" r="r" b="b"/>
            <a:pathLst>
              <a:path w="1824425" h="1585479" extrusionOk="0">
                <a:moveTo>
                  <a:pt x="0" y="0"/>
                </a:moveTo>
                <a:lnTo>
                  <a:pt x="1824425" y="0"/>
                </a:lnTo>
                <a:lnTo>
                  <a:pt x="1824425" y="1585478"/>
                </a:lnTo>
                <a:lnTo>
                  <a:pt x="0" y="15854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Google Shape;29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12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30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38" name="Google Shape;38;p5"/>
          <p:cNvSpPr/>
          <p:nvPr/>
        </p:nvSpPr>
        <p:spPr>
          <a:xfrm>
            <a:off x="4516626" y="2625048"/>
            <a:ext cx="2222534" cy="2518452"/>
          </a:xfrm>
          <a:custGeom>
            <a:avLst/>
            <a:gdLst/>
            <a:ahLst/>
            <a:cxnLst/>
            <a:rect l="l" t="t" r="r" b="b"/>
            <a:pathLst>
              <a:path w="4445067" h="5036904" extrusionOk="0">
                <a:moveTo>
                  <a:pt x="0" y="0"/>
                </a:moveTo>
                <a:lnTo>
                  <a:pt x="4445067" y="0"/>
                </a:lnTo>
                <a:lnTo>
                  <a:pt x="4445067" y="5036904"/>
                </a:lnTo>
                <a:lnTo>
                  <a:pt x="0" y="50369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9" name="Google Shape;39;p5"/>
          <p:cNvSpPr/>
          <p:nvPr/>
        </p:nvSpPr>
        <p:spPr>
          <a:xfrm>
            <a:off x="564344" y="3086100"/>
            <a:ext cx="1635633" cy="2057400"/>
          </a:xfrm>
          <a:custGeom>
            <a:avLst/>
            <a:gdLst/>
            <a:ahLst/>
            <a:cxnLst/>
            <a:rect l="l" t="t" r="r" b="b"/>
            <a:pathLst>
              <a:path w="3271266" h="4114800" extrusionOk="0">
                <a:moveTo>
                  <a:pt x="0" y="0"/>
                </a:moveTo>
                <a:lnTo>
                  <a:pt x="3271266" y="0"/>
                </a:lnTo>
                <a:lnTo>
                  <a:pt x="3271266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3" name="Google Shape;43;p6"/>
          <p:cNvSpPr/>
          <p:nvPr/>
        </p:nvSpPr>
        <p:spPr>
          <a:xfrm rot="-1739939">
            <a:off x="823130" y="3923676"/>
            <a:ext cx="957142" cy="920052"/>
          </a:xfrm>
          <a:custGeom>
            <a:avLst/>
            <a:gdLst/>
            <a:ahLst/>
            <a:cxnLst/>
            <a:rect l="l" t="t" r="r" b="b"/>
            <a:pathLst>
              <a:path w="1913470" h="1839323" extrusionOk="0">
                <a:moveTo>
                  <a:pt x="0" y="0"/>
                </a:moveTo>
                <a:lnTo>
                  <a:pt x="1913470" y="0"/>
                </a:lnTo>
                <a:lnTo>
                  <a:pt x="1913470" y="1839323"/>
                </a:lnTo>
                <a:lnTo>
                  <a:pt x="0" y="18393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4" name="Google Shape;44;p6"/>
          <p:cNvSpPr/>
          <p:nvPr/>
        </p:nvSpPr>
        <p:spPr>
          <a:xfrm rot="-2088241">
            <a:off x="7772060" y="760869"/>
            <a:ext cx="910980" cy="791669"/>
          </a:xfrm>
          <a:custGeom>
            <a:avLst/>
            <a:gdLst/>
            <a:ahLst/>
            <a:cxnLst/>
            <a:rect l="l" t="t" r="r" b="b"/>
            <a:pathLst>
              <a:path w="1824425" h="1585479" extrusionOk="0">
                <a:moveTo>
                  <a:pt x="0" y="0"/>
                </a:moveTo>
                <a:lnTo>
                  <a:pt x="1824425" y="0"/>
                </a:lnTo>
                <a:lnTo>
                  <a:pt x="1824425" y="1585478"/>
                </a:lnTo>
                <a:lnTo>
                  <a:pt x="0" y="158547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5" name="Google Shape;45;p6"/>
          <p:cNvSpPr/>
          <p:nvPr/>
        </p:nvSpPr>
        <p:spPr>
          <a:xfrm>
            <a:off x="8083819" y="3389255"/>
            <a:ext cx="1350734" cy="1349045"/>
          </a:xfrm>
          <a:custGeom>
            <a:avLst/>
            <a:gdLst/>
            <a:ahLst/>
            <a:cxnLst/>
            <a:rect l="l" t="t" r="r" b="b"/>
            <a:pathLst>
              <a:path w="2701467" h="2698090" extrusionOk="0">
                <a:moveTo>
                  <a:pt x="0" y="0"/>
                </a:moveTo>
                <a:lnTo>
                  <a:pt x="2701467" y="0"/>
                </a:lnTo>
                <a:lnTo>
                  <a:pt x="2701467" y="2698090"/>
                </a:lnTo>
                <a:lnTo>
                  <a:pt x="0" y="269809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6" name="Google Shape;46;p6"/>
          <p:cNvSpPr/>
          <p:nvPr/>
        </p:nvSpPr>
        <p:spPr>
          <a:xfrm rot="2002332">
            <a:off x="3959050" y="4133537"/>
            <a:ext cx="919357" cy="825123"/>
          </a:xfrm>
          <a:custGeom>
            <a:avLst/>
            <a:gdLst/>
            <a:ahLst/>
            <a:cxnLst/>
            <a:rect l="l" t="t" r="r" b="b"/>
            <a:pathLst>
              <a:path w="1838967" h="1650473" extrusionOk="0">
                <a:moveTo>
                  <a:pt x="0" y="0"/>
                </a:moveTo>
                <a:lnTo>
                  <a:pt x="1838967" y="0"/>
                </a:lnTo>
                <a:lnTo>
                  <a:pt x="1838967" y="1650472"/>
                </a:lnTo>
                <a:lnTo>
                  <a:pt x="0" y="16504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7" name="Google Shape;47;p6"/>
          <p:cNvSpPr/>
          <p:nvPr/>
        </p:nvSpPr>
        <p:spPr>
          <a:xfrm>
            <a:off x="306139" y="2348820"/>
            <a:ext cx="510975" cy="592435"/>
          </a:xfrm>
          <a:custGeom>
            <a:avLst/>
            <a:gdLst/>
            <a:ahLst/>
            <a:cxnLst/>
            <a:rect l="l" t="t" r="r" b="b"/>
            <a:pathLst>
              <a:path w="1021949" h="1184869" extrusionOk="0">
                <a:moveTo>
                  <a:pt x="0" y="0"/>
                </a:moveTo>
                <a:lnTo>
                  <a:pt x="1021950" y="0"/>
                </a:lnTo>
                <a:lnTo>
                  <a:pt x="1021950" y="1184869"/>
                </a:lnTo>
                <a:lnTo>
                  <a:pt x="0" y="11848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7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74604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1" name="Google Shape;51;p7"/>
          <p:cNvSpPr/>
          <p:nvPr/>
        </p:nvSpPr>
        <p:spPr>
          <a:xfrm rot="-1739939">
            <a:off x="864005" y="721226"/>
            <a:ext cx="957142" cy="920052"/>
          </a:xfrm>
          <a:custGeom>
            <a:avLst/>
            <a:gdLst/>
            <a:ahLst/>
            <a:cxnLst/>
            <a:rect l="l" t="t" r="r" b="b"/>
            <a:pathLst>
              <a:path w="1913470" h="1839323" extrusionOk="0">
                <a:moveTo>
                  <a:pt x="0" y="0"/>
                </a:moveTo>
                <a:lnTo>
                  <a:pt x="1913470" y="0"/>
                </a:lnTo>
                <a:lnTo>
                  <a:pt x="1913470" y="1839323"/>
                </a:lnTo>
                <a:lnTo>
                  <a:pt x="0" y="1839323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2" name="Google Shape;52;p7"/>
          <p:cNvSpPr/>
          <p:nvPr/>
        </p:nvSpPr>
        <p:spPr>
          <a:xfrm rot="2002332">
            <a:off x="7661750" y="372237"/>
            <a:ext cx="919357" cy="825123"/>
          </a:xfrm>
          <a:custGeom>
            <a:avLst/>
            <a:gdLst/>
            <a:ahLst/>
            <a:cxnLst/>
            <a:rect l="l" t="t" r="r" b="b"/>
            <a:pathLst>
              <a:path w="1838967" h="1650473" extrusionOk="0">
                <a:moveTo>
                  <a:pt x="0" y="0"/>
                </a:moveTo>
                <a:lnTo>
                  <a:pt x="1838967" y="0"/>
                </a:lnTo>
                <a:lnTo>
                  <a:pt x="1838967" y="1650472"/>
                </a:lnTo>
                <a:lnTo>
                  <a:pt x="0" y="165047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53" name="Google Shape;53;p7"/>
          <p:cNvSpPr/>
          <p:nvPr/>
        </p:nvSpPr>
        <p:spPr>
          <a:xfrm>
            <a:off x="4421614" y="3948520"/>
            <a:ext cx="510975" cy="592435"/>
          </a:xfrm>
          <a:custGeom>
            <a:avLst/>
            <a:gdLst/>
            <a:ahLst/>
            <a:cxnLst/>
            <a:rect l="l" t="t" r="r" b="b"/>
            <a:pathLst>
              <a:path w="1021949" h="1184869" extrusionOk="0">
                <a:moveTo>
                  <a:pt x="0" y="0"/>
                </a:moveTo>
                <a:lnTo>
                  <a:pt x="1021950" y="0"/>
                </a:lnTo>
                <a:lnTo>
                  <a:pt x="1021950" y="1184869"/>
                </a:lnTo>
                <a:lnTo>
                  <a:pt x="0" y="11848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8" name="Google Shape;58;p8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9" name="Google Shape;59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0" name="Google Shape;60;p8"/>
          <p:cNvSpPr/>
          <p:nvPr/>
        </p:nvSpPr>
        <p:spPr>
          <a:xfrm>
            <a:off x="4310698" y="2715473"/>
            <a:ext cx="2372962" cy="2424482"/>
          </a:xfrm>
          <a:custGeom>
            <a:avLst/>
            <a:gdLst/>
            <a:ahLst/>
            <a:cxnLst/>
            <a:rect l="l" t="t" r="r" b="b"/>
            <a:pathLst>
              <a:path w="5616478" h="5738420" extrusionOk="0">
                <a:moveTo>
                  <a:pt x="0" y="0"/>
                </a:moveTo>
                <a:lnTo>
                  <a:pt x="5616478" y="0"/>
                </a:lnTo>
                <a:lnTo>
                  <a:pt x="5616478" y="5738420"/>
                </a:lnTo>
                <a:lnTo>
                  <a:pt x="0" y="573842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1" name="Google Shape;61;p8"/>
          <p:cNvSpPr/>
          <p:nvPr/>
        </p:nvSpPr>
        <p:spPr>
          <a:xfrm>
            <a:off x="8127774" y="350879"/>
            <a:ext cx="873766" cy="1013063"/>
          </a:xfrm>
          <a:custGeom>
            <a:avLst/>
            <a:gdLst/>
            <a:ahLst/>
            <a:cxnLst/>
            <a:rect l="l" t="t" r="r" b="b"/>
            <a:pathLst>
              <a:path w="1021949" h="1184869" extrusionOk="0">
                <a:moveTo>
                  <a:pt x="0" y="0"/>
                </a:moveTo>
                <a:lnTo>
                  <a:pt x="1021950" y="0"/>
                </a:lnTo>
                <a:lnTo>
                  <a:pt x="1021950" y="1184869"/>
                </a:lnTo>
                <a:lnTo>
                  <a:pt x="0" y="11848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flipH="1">
            <a:off x="0" y="76200"/>
            <a:ext cx="9144000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64" name="Google Shape;64;p9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65" name="Google Shape;65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Google Shape;67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-72497"/>
            <a:ext cx="9144000" cy="5143496"/>
          </a:xfrm>
          <a:prstGeom prst="rect">
            <a:avLst/>
          </a:prstGeom>
          <a:noFill/>
          <a:ln>
            <a:noFill/>
          </a:ln>
        </p:spPr>
      </p:pic>
      <p:sp>
        <p:nvSpPr>
          <p:cNvPr id="68" name="Google Shape;68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13"/>
          <p:cNvSpPr txBox="1">
            <a:spLocks noGrp="1"/>
          </p:cNvSpPr>
          <p:nvPr>
            <p:ph type="ctrTitle"/>
          </p:nvPr>
        </p:nvSpPr>
        <p:spPr>
          <a:xfrm>
            <a:off x="342900" y="1065213"/>
            <a:ext cx="3886200" cy="7350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1" name="Google Shape;81;p13"/>
          <p:cNvSpPr txBox="1">
            <a:spLocks noGrp="1"/>
          </p:cNvSpPr>
          <p:nvPr>
            <p:ph type="subTitle" idx="1"/>
          </p:nvPr>
        </p:nvSpPr>
        <p:spPr>
          <a:xfrm>
            <a:off x="685800" y="1943100"/>
            <a:ext cx="3200400" cy="87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lvl="0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82" name="Google Shape;82;p13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3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13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4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7" name="Google Shape;87;p14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88" name="Google Shape;88;p14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14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0" name="Google Shape;90;p14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15"/>
          <p:cNvSpPr txBox="1">
            <a:spLocks noGrp="1"/>
          </p:cNvSpPr>
          <p:nvPr>
            <p:ph type="title"/>
          </p:nvPr>
        </p:nvSpPr>
        <p:spPr>
          <a:xfrm>
            <a:off x="361156" y="2203450"/>
            <a:ext cx="3886200" cy="6810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15"/>
          <p:cNvSpPr txBox="1">
            <a:spLocks noGrp="1"/>
          </p:cNvSpPr>
          <p:nvPr>
            <p:ph type="body" idx="1"/>
          </p:nvPr>
        </p:nvSpPr>
        <p:spPr>
          <a:xfrm>
            <a:off x="361156" y="1453357"/>
            <a:ext cx="3886200" cy="75009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1000"/>
              <a:buNone/>
              <a:defRPr sz="1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900"/>
              <a:buNone/>
              <a:defRPr sz="9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rgbClr val="888888"/>
              </a:buClr>
              <a:buSzPts val="800"/>
              <a:buNone/>
              <a:defRPr sz="8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rgbClr val="888888"/>
              </a:buClr>
              <a:buSzPts val="700"/>
              <a:buNone/>
              <a:defRPr sz="7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94" name="Google Shape;94;p15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5" name="Google Shape;95;p15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15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6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16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marL="1371600" lvl="2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100" name="Google Shape;100;p16"/>
          <p:cNvSpPr txBox="1">
            <a:spLocks noGrp="1"/>
          </p:cNvSpPr>
          <p:nvPr>
            <p:ph type="body" idx="2"/>
          </p:nvPr>
        </p:nvSpPr>
        <p:spPr>
          <a:xfrm>
            <a:off x="2324100" y="800100"/>
            <a:ext cx="20193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sz="1400"/>
            </a:lvl1pPr>
            <a:lvl2pPr marL="914400" lvl="1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–"/>
              <a:defRPr sz="1200"/>
            </a:lvl2pPr>
            <a:lvl3pPr marL="1371600" lvl="2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 sz="900"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 sz="900"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9pPr>
          </a:lstStyle>
          <a:p>
            <a:endParaRPr/>
          </a:p>
        </p:txBody>
      </p:sp>
      <p:sp>
        <p:nvSpPr>
          <p:cNvPr id="101" name="Google Shape;101;p16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2" name="Google Shape;102;p16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3" name="Google Shape;103;p16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17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17"/>
          <p:cNvSpPr txBox="1">
            <a:spLocks noGrp="1"/>
          </p:cNvSpPr>
          <p:nvPr>
            <p:ph type="body" idx="1"/>
          </p:nvPr>
        </p:nvSpPr>
        <p:spPr>
          <a:xfrm>
            <a:off x="228600" y="767556"/>
            <a:ext cx="2020094" cy="319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9pPr>
          </a:lstStyle>
          <a:p>
            <a:endParaRPr/>
          </a:p>
        </p:txBody>
      </p:sp>
      <p:sp>
        <p:nvSpPr>
          <p:cNvPr id="107" name="Google Shape;107;p17"/>
          <p:cNvSpPr txBox="1">
            <a:spLocks noGrp="1"/>
          </p:cNvSpPr>
          <p:nvPr>
            <p:ph type="body" idx="2"/>
          </p:nvPr>
        </p:nvSpPr>
        <p:spPr>
          <a:xfrm>
            <a:off x="228600" y="1087438"/>
            <a:ext cx="2020094" cy="1975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marL="914400" lvl="1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marL="1828800" lvl="3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marL="2286000" lvl="4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marL="2743200" lvl="5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marL="3200400" lvl="6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marL="3657600" lvl="7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marL="4114800" lvl="8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>
            <a:endParaRPr/>
          </a:p>
        </p:txBody>
      </p:sp>
      <p:sp>
        <p:nvSpPr>
          <p:cNvPr id="108" name="Google Shape;108;p17"/>
          <p:cNvSpPr txBox="1">
            <a:spLocks noGrp="1"/>
          </p:cNvSpPr>
          <p:nvPr>
            <p:ph type="body" idx="3"/>
          </p:nvPr>
        </p:nvSpPr>
        <p:spPr>
          <a:xfrm>
            <a:off x="2322513" y="767556"/>
            <a:ext cx="2020888" cy="3198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marL="457200" lvl="0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1pPr>
            <a:lvl2pPr marL="914400" lvl="1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 b="1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 b="1"/>
            </a:lvl3pPr>
            <a:lvl4pPr marL="1828800" lvl="3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4pPr>
            <a:lvl5pPr marL="2286000" lvl="4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5pPr>
            <a:lvl6pPr marL="2743200" lvl="5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6pPr>
            <a:lvl7pPr marL="3200400" lvl="6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7pPr>
            <a:lvl8pPr marL="3657600" lvl="7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8pPr>
            <a:lvl9pPr marL="4114800" lvl="8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 b="1"/>
            </a:lvl9pPr>
          </a:lstStyle>
          <a:p>
            <a:endParaRPr/>
          </a:p>
        </p:txBody>
      </p:sp>
      <p:sp>
        <p:nvSpPr>
          <p:cNvPr id="109" name="Google Shape;109;p17"/>
          <p:cNvSpPr txBox="1">
            <a:spLocks noGrp="1"/>
          </p:cNvSpPr>
          <p:nvPr>
            <p:ph type="body" idx="4"/>
          </p:nvPr>
        </p:nvSpPr>
        <p:spPr>
          <a:xfrm>
            <a:off x="2322513" y="1087438"/>
            <a:ext cx="2020888" cy="19756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1pPr>
            <a:lvl2pPr marL="914400" lvl="1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 sz="900"/>
            </a:lvl3pPr>
            <a:lvl4pPr marL="1828800" lvl="3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–"/>
              <a:defRPr sz="800"/>
            </a:lvl4pPr>
            <a:lvl5pPr marL="2286000" lvl="4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»"/>
              <a:defRPr sz="800"/>
            </a:lvl5pPr>
            <a:lvl6pPr marL="2743200" lvl="5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6pPr>
            <a:lvl7pPr marL="3200400" lvl="6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7pPr>
            <a:lvl8pPr marL="3657600" lvl="7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8pPr>
            <a:lvl9pPr marL="4114800" lvl="8" indent="-2794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Char char="•"/>
              <a:defRPr sz="800"/>
            </a:lvl9pPr>
          </a:lstStyle>
          <a:p>
            <a:endParaRPr/>
          </a:p>
        </p:txBody>
      </p:sp>
      <p:sp>
        <p:nvSpPr>
          <p:cNvPr id="110" name="Google Shape;110;p17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1" name="Google Shape;111;p17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17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18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5" name="Google Shape;115;p18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6" name="Google Shape;116;p18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17" name="Google Shape;117;p18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9"/>
          <p:cNvSpPr txBox="1">
            <a:spLocks noGrp="1"/>
          </p:cNvSpPr>
          <p:nvPr>
            <p:ph type="title"/>
          </p:nvPr>
        </p:nvSpPr>
        <p:spPr>
          <a:xfrm>
            <a:off x="228600" y="136525"/>
            <a:ext cx="1504157" cy="581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19"/>
          <p:cNvSpPr txBox="1">
            <a:spLocks noGrp="1"/>
          </p:cNvSpPr>
          <p:nvPr>
            <p:ph type="body" idx="1"/>
          </p:nvPr>
        </p:nvSpPr>
        <p:spPr>
          <a:xfrm>
            <a:off x="1787525" y="136525"/>
            <a:ext cx="2555875" cy="29265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3302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1pPr>
            <a:lvl2pPr marL="914400" lvl="1" indent="-317500" algn="l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2pPr>
            <a:lvl3pPr marL="1371600" lvl="2" indent="-3048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–"/>
              <a:defRPr sz="1000"/>
            </a:lvl4pPr>
            <a:lvl5pPr marL="2286000" lvl="4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»"/>
              <a:defRPr sz="1000"/>
            </a:lvl5pPr>
            <a:lvl6pPr marL="2743200" lvl="5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6pPr>
            <a:lvl7pPr marL="3200400" lvl="6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7pPr>
            <a:lvl8pPr marL="3657600" lvl="7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8pPr>
            <a:lvl9pPr marL="4114800" lvl="8" indent="-2921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Char char="•"/>
              <a:defRPr sz="1000"/>
            </a:lvl9pPr>
          </a:lstStyle>
          <a:p>
            <a:endParaRPr/>
          </a:p>
        </p:txBody>
      </p:sp>
      <p:sp>
        <p:nvSpPr>
          <p:cNvPr id="121" name="Google Shape;121;p19"/>
          <p:cNvSpPr txBox="1">
            <a:spLocks noGrp="1"/>
          </p:cNvSpPr>
          <p:nvPr>
            <p:ph type="body" idx="2"/>
          </p:nvPr>
        </p:nvSpPr>
        <p:spPr>
          <a:xfrm>
            <a:off x="228600" y="717550"/>
            <a:ext cx="1504157" cy="23455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marL="914400" lvl="1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>
            <a:endParaRPr/>
          </a:p>
        </p:txBody>
      </p:sp>
      <p:sp>
        <p:nvSpPr>
          <p:cNvPr id="122" name="Google Shape;122;p19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19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4" name="Google Shape;124;p19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0"/>
          <p:cNvSpPr txBox="1">
            <a:spLocks noGrp="1"/>
          </p:cNvSpPr>
          <p:nvPr>
            <p:ph type="title"/>
          </p:nvPr>
        </p:nvSpPr>
        <p:spPr>
          <a:xfrm>
            <a:off x="896144" y="2400300"/>
            <a:ext cx="2743200" cy="28336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Calibri"/>
              <a:buNone/>
              <a:defRPr sz="1000" b="1"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27" name="Google Shape;127;p20"/>
          <p:cNvSpPr>
            <a:spLocks noGrp="1"/>
          </p:cNvSpPr>
          <p:nvPr>
            <p:ph type="pic" idx="2"/>
          </p:nvPr>
        </p:nvSpPr>
        <p:spPr>
          <a:xfrm>
            <a:off x="896144" y="306388"/>
            <a:ext cx="2743200" cy="20574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28" name="Google Shape;128;p20"/>
          <p:cNvSpPr txBox="1">
            <a:spLocks noGrp="1"/>
          </p:cNvSpPr>
          <p:nvPr>
            <p:ph type="body" idx="1"/>
          </p:nvPr>
        </p:nvSpPr>
        <p:spPr>
          <a:xfrm>
            <a:off x="896144" y="2683669"/>
            <a:ext cx="2743200" cy="4024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1pPr>
            <a:lvl2pPr marL="914400" lvl="1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600"/>
              <a:buNone/>
              <a:defRPr sz="600"/>
            </a:lvl2pPr>
            <a:lvl3pPr marL="1371600" lvl="2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3pPr>
            <a:lvl4pPr marL="1828800" lvl="3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4pPr>
            <a:lvl5pPr marL="2286000" lvl="4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5pPr>
            <a:lvl6pPr marL="2743200" lvl="5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6pPr>
            <a:lvl7pPr marL="3200400" lvl="6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7pPr>
            <a:lvl8pPr marL="3657600" lvl="7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8pPr>
            <a:lvl9pPr marL="4114800" lvl="8" indent="-228600" algn="l">
              <a:spcBef>
                <a:spcPts val="100"/>
              </a:spcBef>
              <a:spcAft>
                <a:spcPts val="0"/>
              </a:spcAft>
              <a:buClr>
                <a:schemeClr val="dk1"/>
              </a:buClr>
              <a:buSzPts val="500"/>
              <a:buNone/>
              <a:defRPr sz="500"/>
            </a:lvl9pPr>
          </a:lstStyle>
          <a:p>
            <a:endParaRPr/>
          </a:p>
        </p:txBody>
      </p:sp>
      <p:sp>
        <p:nvSpPr>
          <p:cNvPr id="129" name="Google Shape;129;p20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30" name="Google Shape;130;p20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31" name="Google Shape;131;p20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1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34" name="Google Shape;134;p21"/>
          <p:cNvSpPr txBox="1">
            <a:spLocks noGrp="1"/>
          </p:cNvSpPr>
          <p:nvPr>
            <p:ph type="body" idx="1"/>
          </p:nvPr>
        </p:nvSpPr>
        <p:spPr>
          <a:xfrm rot="5400000">
            <a:off x="1154509" y="-125809"/>
            <a:ext cx="2262982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135" name="Google Shape;135;p21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36" name="Google Shape;136;p21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37" name="Google Shape;137;p21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2"/>
          <p:cNvSpPr txBox="1">
            <a:spLocks noGrp="1"/>
          </p:cNvSpPr>
          <p:nvPr>
            <p:ph type="title"/>
          </p:nvPr>
        </p:nvSpPr>
        <p:spPr>
          <a:xfrm rot="5400000">
            <a:off x="2366169" y="1085850"/>
            <a:ext cx="2925763" cy="10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40" name="Google Shape;140;p22"/>
          <p:cNvSpPr txBox="1">
            <a:spLocks noGrp="1"/>
          </p:cNvSpPr>
          <p:nvPr>
            <p:ph type="body" idx="1"/>
          </p:nvPr>
        </p:nvSpPr>
        <p:spPr>
          <a:xfrm rot="5400000">
            <a:off x="270669" y="95250"/>
            <a:ext cx="2925763" cy="300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lvl="0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1pPr>
            <a:lvl2pPr marL="914400" lvl="1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2pPr>
            <a:lvl3pPr marL="1371600" lvl="2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3pPr>
            <a:lvl4pPr marL="1828800" lvl="3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–"/>
              <a:defRPr/>
            </a:lvl4pPr>
            <a:lvl5pPr marL="2286000" lvl="4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»"/>
              <a:defRPr/>
            </a:lvl5pPr>
            <a:lvl6pPr marL="2743200" lvl="5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6pPr>
            <a:lvl7pPr marL="3200400" lvl="6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7pPr>
            <a:lvl8pPr marL="3657600" lvl="7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8pPr>
            <a:lvl9pPr marL="4114800" lvl="8" indent="-28575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Char char="•"/>
              <a:defRPr/>
            </a:lvl9pPr>
          </a:lstStyle>
          <a:p>
            <a:endParaRPr/>
          </a:p>
        </p:txBody>
      </p:sp>
      <p:sp>
        <p:nvSpPr>
          <p:cNvPr id="141" name="Google Shape;141;p22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22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7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2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1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Satisfy"/>
              <a:buNone/>
              <a:defRPr sz="2800">
                <a:solidFill>
                  <a:schemeClr val="dk1"/>
                </a:solidFill>
                <a:latin typeface="Satisfy"/>
                <a:ea typeface="Satisfy"/>
                <a:cs typeface="Satisfy"/>
                <a:sym typeface="Satisf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Satisfy"/>
              <a:buChar char="●"/>
              <a:defRPr sz="1800">
                <a:solidFill>
                  <a:schemeClr val="dk2"/>
                </a:solidFill>
                <a:latin typeface="Satisfy"/>
                <a:ea typeface="Satisfy"/>
                <a:cs typeface="Satisfy"/>
                <a:sym typeface="Satisfy"/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 Black"/>
              <a:buChar char="○"/>
              <a:defRPr>
                <a:solidFill>
                  <a:schemeClr val="dk2"/>
                </a:solidFill>
                <a:latin typeface="Lato Black"/>
                <a:ea typeface="Lato Black"/>
                <a:cs typeface="Lato Black"/>
                <a:sym typeface="Lato Black"/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>
            <a:spLocks noGrp="1"/>
          </p:cNvSpPr>
          <p:nvPr>
            <p:ph type="title"/>
          </p:nvPr>
        </p:nvSpPr>
        <p:spPr>
          <a:xfrm>
            <a:off x="228600" y="137319"/>
            <a:ext cx="4114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Calibri"/>
              <a:buNone/>
              <a:defRPr sz="2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SzPts val="700"/>
              <a:buNone/>
              <a:defRPr sz="900"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body" idx="1"/>
          </p:nvPr>
        </p:nvSpPr>
        <p:spPr>
          <a:xfrm>
            <a:off x="228600" y="800100"/>
            <a:ext cx="4114800" cy="226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t" anchorCtr="0">
            <a:normAutofit/>
          </a:bodyPr>
          <a:lstStyle>
            <a:lvl1pPr marL="457200" marR="0" lvl="0" indent="-3302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17500" algn="l" rtl="0"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sz="1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048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–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»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92100" algn="l" rtl="0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Char char="•"/>
              <a:defRPr sz="1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dt" idx="10"/>
          </p:nvPr>
        </p:nvSpPr>
        <p:spPr>
          <a:xfrm>
            <a:off x="228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ftr" idx="11"/>
          </p:nvPr>
        </p:nvSpPr>
        <p:spPr>
          <a:xfrm>
            <a:off x="1562100" y="3178175"/>
            <a:ext cx="1447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700"/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700"/>
              <a:buNone/>
              <a:defRPr sz="9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sldNum" idx="12"/>
          </p:nvPr>
        </p:nvSpPr>
        <p:spPr>
          <a:xfrm>
            <a:off x="3276600" y="3178175"/>
            <a:ext cx="1066800" cy="182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45725" tIns="22850" rIns="45725" bIns="2285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6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0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3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0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2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3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0.xml"/><Relationship Id="rId4" Type="http://schemas.openxmlformats.org/officeDocument/2006/relationships/image" Target="../media/image24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0.xml"/><Relationship Id="rId6" Type="http://schemas.openxmlformats.org/officeDocument/2006/relationships/image" Target="../media/image25.gif"/><Relationship Id="rId5" Type="http://schemas.openxmlformats.org/officeDocument/2006/relationships/image" Target="../media/image13.png"/><Relationship Id="rId4" Type="http://schemas.openxmlformats.org/officeDocument/2006/relationships/image" Target="../media/image9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F1A38"/>
            </a:gs>
            <a:gs pos="100000">
              <a:srgbClr val="571960"/>
            </a:gs>
          </a:gsLst>
          <a:lin ang="0" scaled="0"/>
        </a:gra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3"/>
          <p:cNvSpPr/>
          <p:nvPr/>
        </p:nvSpPr>
        <p:spPr>
          <a:xfrm rot="-1743463">
            <a:off x="153061" y="398506"/>
            <a:ext cx="722578" cy="694578"/>
          </a:xfrm>
          <a:custGeom>
            <a:avLst/>
            <a:gdLst/>
            <a:ahLst/>
            <a:cxnLst/>
            <a:rect l="l" t="t" r="r" b="b"/>
            <a:pathLst>
              <a:path w="1445155" h="1389155" extrusionOk="0">
                <a:moveTo>
                  <a:pt x="0" y="0"/>
                </a:moveTo>
                <a:lnTo>
                  <a:pt x="1445154" y="0"/>
                </a:lnTo>
                <a:lnTo>
                  <a:pt x="1445154" y="1389155"/>
                </a:lnTo>
                <a:lnTo>
                  <a:pt x="0" y="13891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5" name="Google Shape;155;p23"/>
          <p:cNvSpPr/>
          <p:nvPr/>
        </p:nvSpPr>
        <p:spPr>
          <a:xfrm>
            <a:off x="8360123" y="266744"/>
            <a:ext cx="510975" cy="592435"/>
          </a:xfrm>
          <a:custGeom>
            <a:avLst/>
            <a:gdLst/>
            <a:ahLst/>
            <a:cxnLst/>
            <a:rect l="l" t="t" r="r" b="b"/>
            <a:pathLst>
              <a:path w="1021949" h="1184869" extrusionOk="0">
                <a:moveTo>
                  <a:pt x="0" y="0"/>
                </a:moveTo>
                <a:lnTo>
                  <a:pt x="1021949" y="0"/>
                </a:lnTo>
                <a:lnTo>
                  <a:pt x="1021949" y="1184869"/>
                </a:lnTo>
                <a:lnTo>
                  <a:pt x="0" y="11848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7" name="Google Shape;157;p23"/>
          <p:cNvSpPr txBox="1"/>
          <p:nvPr/>
        </p:nvSpPr>
        <p:spPr>
          <a:xfrm>
            <a:off x="514350" y="1734910"/>
            <a:ext cx="8268649" cy="13295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dirty="0">
                <a:solidFill>
                  <a:srgbClr val="F9A629"/>
                </a:solidFill>
                <a:latin typeface="Lato Black"/>
                <a:ea typeface="Lato Black"/>
                <a:cs typeface="Lato Black"/>
                <a:sym typeface="Lato Black"/>
              </a:rPr>
              <a:t>Local Storage</a:t>
            </a:r>
            <a:endParaRPr sz="7200" dirty="0"/>
          </a:p>
        </p:txBody>
      </p:sp>
      <p:pic>
        <p:nvPicPr>
          <p:cNvPr id="7" name="Picture 6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2788A728-C23D-22E6-556E-A75BB3940A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6"/>
          <p:cNvSpPr txBox="1"/>
          <p:nvPr/>
        </p:nvSpPr>
        <p:spPr>
          <a:xfrm>
            <a:off x="1992111" y="2060167"/>
            <a:ext cx="7072278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dirty="0">
                <a:solidFill>
                  <a:srgbClr val="F4A545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Local Storage &amp; DataBase</a:t>
            </a:r>
            <a:endParaRPr sz="40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196" name="Google Shape;196;p26"/>
          <p:cNvSpPr txBox="1"/>
          <p:nvPr/>
        </p:nvSpPr>
        <p:spPr>
          <a:xfrm>
            <a:off x="1280333" y="2060167"/>
            <a:ext cx="711778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000" b="0" i="0" u="none" strike="noStrike" cap="none" dirty="0">
                <a:solidFill>
                  <a:srgbClr val="F4A545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1.</a:t>
            </a:r>
            <a:endParaRPr sz="40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pic>
        <p:nvPicPr>
          <p:cNvPr id="3" name="Picture 2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6BA8C61B-41A7-19ED-FDE1-958F92BF74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7"/>
          <p:cNvSpPr txBox="1"/>
          <p:nvPr/>
        </p:nvSpPr>
        <p:spPr>
          <a:xfrm>
            <a:off x="462349" y="1833086"/>
            <a:ext cx="8054283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Local Storage means persisting data directly on the user’s device, so it survives app restarts &amp; can be accessed offline.</a:t>
            </a:r>
            <a:endParaRPr sz="2400" dirty="0"/>
          </a:p>
        </p:txBody>
      </p:sp>
      <p:sp>
        <p:nvSpPr>
          <p:cNvPr id="205" name="Google Shape;205;p27"/>
          <p:cNvSpPr txBox="1"/>
          <p:nvPr/>
        </p:nvSpPr>
        <p:spPr>
          <a:xfrm>
            <a:off x="214983" y="442488"/>
            <a:ext cx="854901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b="0" i="0" u="none" strike="noStrike" cap="none" dirty="0">
                <a:solidFill>
                  <a:srgbClr val="F4A545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What is </a:t>
            </a:r>
            <a:r>
              <a:rPr lang="en" sz="4800" dirty="0">
                <a:solidFill>
                  <a:srgbClr val="F4A545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Local Storage?</a:t>
            </a:r>
            <a:endParaRPr sz="48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pic>
        <p:nvPicPr>
          <p:cNvPr id="14" name="Picture 13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2104E588-414D-9E89-50E7-CFB985C1D00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  <p:sp>
        <p:nvSpPr>
          <p:cNvPr id="2" name="Google Shape;204;p27">
            <a:extLst>
              <a:ext uri="{FF2B5EF4-FFF2-40B4-BE49-F238E27FC236}">
                <a16:creationId xmlns:a16="http://schemas.microsoft.com/office/drawing/2014/main" id="{AE6A7102-FD54-030E-6BA0-53874B33603E}"/>
              </a:ext>
            </a:extLst>
          </p:cNvPr>
          <p:cNvSpPr txBox="1"/>
          <p:nvPr/>
        </p:nvSpPr>
        <p:spPr>
          <a:xfrm>
            <a:off x="544858" y="3308179"/>
            <a:ext cx="8054283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This stored data is called </a:t>
            </a:r>
            <a:r>
              <a:rPr lang="en-US" sz="2400" b="1" i="1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Database</a:t>
            </a:r>
            <a:r>
              <a:rPr lang="en-US" sz="2400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.</a:t>
            </a:r>
            <a:endParaRPr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192">
          <a:extLst>
            <a:ext uri="{FF2B5EF4-FFF2-40B4-BE49-F238E27FC236}">
              <a16:creationId xmlns:a16="http://schemas.microsoft.com/office/drawing/2014/main" id="{CED1CE03-0DA9-0B5B-EDD2-8C928B8E36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6">
            <a:extLst>
              <a:ext uri="{FF2B5EF4-FFF2-40B4-BE49-F238E27FC236}">
                <a16:creationId xmlns:a16="http://schemas.microsoft.com/office/drawing/2014/main" id="{2ED787A4-9F86-951A-1836-7AA79AC26E28}"/>
              </a:ext>
            </a:extLst>
          </p:cNvPr>
          <p:cNvSpPr txBox="1"/>
          <p:nvPr/>
        </p:nvSpPr>
        <p:spPr>
          <a:xfrm>
            <a:off x="1035861" y="2099028"/>
            <a:ext cx="7072278" cy="9233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5000" dirty="0">
                <a:solidFill>
                  <a:srgbClr val="F4A545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Types of Databases </a:t>
            </a:r>
            <a:endParaRPr sz="50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pic>
        <p:nvPicPr>
          <p:cNvPr id="3" name="Picture 2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1E9EA5B1-342D-7861-C5FB-346F0DFAC6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20817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00">
          <a:extLst>
            <a:ext uri="{FF2B5EF4-FFF2-40B4-BE49-F238E27FC236}">
              <a16:creationId xmlns:a16="http://schemas.microsoft.com/office/drawing/2014/main" id="{5E7FF0BD-F652-B249-4772-9D4534033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7">
            <a:extLst>
              <a:ext uri="{FF2B5EF4-FFF2-40B4-BE49-F238E27FC236}">
                <a16:creationId xmlns:a16="http://schemas.microsoft.com/office/drawing/2014/main" id="{227323B4-C804-309E-5FA0-AE88F025AB8B}"/>
              </a:ext>
            </a:extLst>
          </p:cNvPr>
          <p:cNvSpPr txBox="1"/>
          <p:nvPr/>
        </p:nvSpPr>
        <p:spPr>
          <a:xfrm>
            <a:off x="111857" y="1463754"/>
            <a:ext cx="9032143" cy="147732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In Relational database, data is contained within a table.</a:t>
            </a:r>
          </a:p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Relationships between tables are formed when a primary key, which uniquely identifies a row in one table, connects with a foreign key, identifying a row of data in another table.</a:t>
            </a:r>
            <a:endParaRPr sz="2400" dirty="0"/>
          </a:p>
        </p:txBody>
      </p:sp>
      <p:sp>
        <p:nvSpPr>
          <p:cNvPr id="205" name="Google Shape;205;p27">
            <a:extLst>
              <a:ext uri="{FF2B5EF4-FFF2-40B4-BE49-F238E27FC236}">
                <a16:creationId xmlns:a16="http://schemas.microsoft.com/office/drawing/2014/main" id="{25DC702E-0FDC-4A10-5BED-F2A87DDA3879}"/>
              </a:ext>
            </a:extLst>
          </p:cNvPr>
          <p:cNvSpPr txBox="1"/>
          <p:nvPr/>
        </p:nvSpPr>
        <p:spPr>
          <a:xfrm>
            <a:off x="214985" y="235411"/>
            <a:ext cx="854901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b="0" i="0" u="none" strike="noStrike" cap="none" dirty="0">
                <a:solidFill>
                  <a:srgbClr val="F4A545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Relational Database</a:t>
            </a:r>
            <a:endParaRPr sz="48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pic>
        <p:nvPicPr>
          <p:cNvPr id="14" name="Picture 13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1B3AE3C9-3EC4-5669-4970-023D2FDD00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  <p:sp>
        <p:nvSpPr>
          <p:cNvPr id="3" name="Google Shape;204;p27">
            <a:extLst>
              <a:ext uri="{FF2B5EF4-FFF2-40B4-BE49-F238E27FC236}">
                <a16:creationId xmlns:a16="http://schemas.microsoft.com/office/drawing/2014/main" id="{94D291E6-CC9F-ACCF-6E1E-ABEA7CA692A9}"/>
              </a:ext>
            </a:extLst>
          </p:cNvPr>
          <p:cNvSpPr txBox="1"/>
          <p:nvPr/>
        </p:nvSpPr>
        <p:spPr>
          <a:xfrm>
            <a:off x="72110" y="3430761"/>
            <a:ext cx="883476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1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SQL, </a:t>
            </a:r>
            <a:r>
              <a:rPr lang="en-US" sz="2400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or structured query language, is the most common programming language to interface within relational database management systems.</a:t>
            </a:r>
            <a:r>
              <a:rPr lang="en-US" sz="2400" i="1" u="sng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endParaRPr sz="2400" b="1" i="1" dirty="0"/>
          </a:p>
        </p:txBody>
      </p:sp>
    </p:spTree>
    <p:extLst>
      <p:ext uri="{BB962C8B-B14F-4D97-AF65-F5344CB8AC3E}">
        <p14:creationId xmlns:p14="http://schemas.microsoft.com/office/powerpoint/2010/main" val="1400498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00">
          <a:extLst>
            <a:ext uri="{FF2B5EF4-FFF2-40B4-BE49-F238E27FC236}">
              <a16:creationId xmlns:a16="http://schemas.microsoft.com/office/drawing/2014/main" id="{B6F54AAC-5827-A521-0D85-0E931CBDB9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27">
            <a:extLst>
              <a:ext uri="{FF2B5EF4-FFF2-40B4-BE49-F238E27FC236}">
                <a16:creationId xmlns:a16="http://schemas.microsoft.com/office/drawing/2014/main" id="{63A5FF55-4D09-858E-2481-42F7E81CC4BE}"/>
              </a:ext>
            </a:extLst>
          </p:cNvPr>
          <p:cNvSpPr txBox="1"/>
          <p:nvPr/>
        </p:nvSpPr>
        <p:spPr>
          <a:xfrm>
            <a:off x="579532" y="1925419"/>
            <a:ext cx="8420089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Unlike relation databases, which only support a tabular design, there are many different types of non-relational databases, that include:</a:t>
            </a:r>
            <a:endParaRPr sz="2400" dirty="0"/>
          </a:p>
        </p:txBody>
      </p:sp>
      <p:sp>
        <p:nvSpPr>
          <p:cNvPr id="205" name="Google Shape;205;p27">
            <a:extLst>
              <a:ext uri="{FF2B5EF4-FFF2-40B4-BE49-F238E27FC236}">
                <a16:creationId xmlns:a16="http://schemas.microsoft.com/office/drawing/2014/main" id="{8492EB53-65E4-AFA6-C63E-C01D52A7CB19}"/>
              </a:ext>
            </a:extLst>
          </p:cNvPr>
          <p:cNvSpPr txBox="1"/>
          <p:nvPr/>
        </p:nvSpPr>
        <p:spPr>
          <a:xfrm>
            <a:off x="214985" y="607492"/>
            <a:ext cx="8549017" cy="73866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b="0" i="0" u="none" strike="noStrike" cap="none" dirty="0">
                <a:solidFill>
                  <a:srgbClr val="F4A545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Non-Relational Database</a:t>
            </a:r>
            <a:endParaRPr sz="48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pic>
        <p:nvPicPr>
          <p:cNvPr id="14" name="Picture 13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EC33D028-D5FD-9AA8-36F1-68B0FDD1BE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  <p:sp>
        <p:nvSpPr>
          <p:cNvPr id="2" name="Google Shape;204;p27">
            <a:extLst>
              <a:ext uri="{FF2B5EF4-FFF2-40B4-BE49-F238E27FC236}">
                <a16:creationId xmlns:a16="http://schemas.microsoft.com/office/drawing/2014/main" id="{14DABDCD-3BA2-1269-EA95-5A7470ED27E6}"/>
              </a:ext>
            </a:extLst>
          </p:cNvPr>
          <p:cNvSpPr txBox="1"/>
          <p:nvPr/>
        </p:nvSpPr>
        <p:spPr>
          <a:xfrm>
            <a:off x="214985" y="3271701"/>
            <a:ext cx="8420089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R="0"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C000"/>
              </a:buClr>
            </a:pPr>
            <a:r>
              <a:rPr lang="en-US" sz="2400" b="1" i="1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Key-value stores</a:t>
            </a:r>
          </a:p>
        </p:txBody>
      </p:sp>
    </p:spTree>
    <p:extLst>
      <p:ext uri="{BB962C8B-B14F-4D97-AF65-F5344CB8AC3E}">
        <p14:creationId xmlns:p14="http://schemas.microsoft.com/office/powerpoint/2010/main" val="379790355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0"/>
          <p:cNvSpPr txBox="1"/>
          <p:nvPr/>
        </p:nvSpPr>
        <p:spPr>
          <a:xfrm>
            <a:off x="1475770" y="1793317"/>
            <a:ext cx="7370698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rtl="0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dirty="0">
                <a:solidFill>
                  <a:srgbClr val="79F2D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Local storage options</a:t>
            </a:r>
            <a:endParaRPr sz="60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248" name="Google Shape;248;p30"/>
          <p:cNvSpPr txBox="1"/>
          <p:nvPr/>
        </p:nvSpPr>
        <p:spPr>
          <a:xfrm>
            <a:off x="549240" y="1793317"/>
            <a:ext cx="711778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b="0" i="0" u="none" strike="noStrike" cap="none" dirty="0">
                <a:solidFill>
                  <a:srgbClr val="79F2D0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2.</a:t>
            </a:r>
            <a:endParaRPr sz="60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pic>
        <p:nvPicPr>
          <p:cNvPr id="3" name="Picture 2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6E2BAA72-523B-20F5-653F-ED7A0298974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1"/>
          <p:cNvSpPr txBox="1"/>
          <p:nvPr/>
        </p:nvSpPr>
        <p:spPr>
          <a:xfrm>
            <a:off x="312307" y="266744"/>
            <a:ext cx="81153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>
                <a:solidFill>
                  <a:srgbClr val="0DCECE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Common solutions</a:t>
            </a:r>
            <a:endParaRPr sz="48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263" name="Google Shape;263;p31"/>
          <p:cNvSpPr/>
          <p:nvPr/>
        </p:nvSpPr>
        <p:spPr>
          <a:xfrm rot="-1743463">
            <a:off x="153061" y="398506"/>
            <a:ext cx="722578" cy="694578"/>
          </a:xfrm>
          <a:custGeom>
            <a:avLst/>
            <a:gdLst/>
            <a:ahLst/>
            <a:cxnLst/>
            <a:rect l="l" t="t" r="r" b="b"/>
            <a:pathLst>
              <a:path w="1445155" h="1389155" extrusionOk="0">
                <a:moveTo>
                  <a:pt x="0" y="0"/>
                </a:moveTo>
                <a:lnTo>
                  <a:pt x="1445154" y="0"/>
                </a:lnTo>
                <a:lnTo>
                  <a:pt x="1445154" y="1389155"/>
                </a:lnTo>
                <a:lnTo>
                  <a:pt x="0" y="13891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4" name="Picture 13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9166A153-E86D-D507-C188-1D9C0491E38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  <p:sp>
        <p:nvSpPr>
          <p:cNvPr id="2" name="Google Shape;204;p27">
            <a:extLst>
              <a:ext uri="{FF2B5EF4-FFF2-40B4-BE49-F238E27FC236}">
                <a16:creationId xmlns:a16="http://schemas.microsoft.com/office/drawing/2014/main" id="{54D1E54A-2171-7005-6CDC-DBA1799B1CFF}"/>
              </a:ext>
            </a:extLst>
          </p:cNvPr>
          <p:cNvSpPr txBox="1"/>
          <p:nvPr/>
        </p:nvSpPr>
        <p:spPr>
          <a:xfrm>
            <a:off x="29861" y="1428093"/>
            <a:ext cx="8907883" cy="357020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lvl="1" indent="-457200">
              <a:buClr>
                <a:schemeClr val="bg2">
                  <a:lumMod val="40000"/>
                  <a:lumOff val="60000"/>
                </a:schemeClr>
              </a:buClr>
              <a:buSzPct val="140000"/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SharedPrefrences: </a:t>
            </a:r>
            <a:r>
              <a:rPr lang="en-US" sz="2400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Simple Key-value for small, non-sensitive, non-relational data like flags or UI Settings.</a:t>
            </a:r>
          </a:p>
          <a:p>
            <a:pPr marL="457200" marR="0" lvl="1" indent="-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140000"/>
              <a:buFont typeface="Arial" panose="020B0604020202020204" pitchFamily="34" charset="0"/>
              <a:buChar char="•"/>
            </a:pPr>
            <a:endParaRPr lang="en-US" sz="2400" dirty="0">
              <a:solidFill>
                <a:srgbClr val="FFFDFC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1" indent="-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140000"/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Hive: </a:t>
            </a:r>
            <a:r>
              <a:rPr lang="en-US" sz="2400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key-value non-relational databases for structured or larger databases.</a:t>
            </a:r>
          </a:p>
          <a:p>
            <a:pPr marL="457200" marR="0" lvl="1" indent="-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140000"/>
              <a:buFont typeface="Arial" panose="020B0604020202020204" pitchFamily="34" charset="0"/>
              <a:buChar char="•"/>
            </a:pPr>
            <a:endParaRPr lang="en-US" sz="2400" b="1" i="1" dirty="0">
              <a:solidFill>
                <a:srgbClr val="FFFDFC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1" indent="-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140000"/>
              <a:buFont typeface="Arial" panose="020B0604020202020204" pitchFamily="34" charset="0"/>
              <a:buChar char="•"/>
            </a:pPr>
            <a:r>
              <a:rPr lang="en-US" sz="2800" b="1" i="1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SQLite: </a:t>
            </a:r>
            <a:r>
              <a:rPr lang="en-US" sz="2400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for relational databases.</a:t>
            </a:r>
            <a:endParaRPr lang="en-US" sz="2800" b="1" i="1" dirty="0">
              <a:solidFill>
                <a:srgbClr val="FFFDFC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1" indent="-457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140000"/>
              <a:buFont typeface="Arial" panose="020B0604020202020204" pitchFamily="34" charset="0"/>
              <a:buChar char="•"/>
            </a:pPr>
            <a:endParaRPr lang="en-US" sz="2400" b="1" i="1" dirty="0">
              <a:solidFill>
                <a:srgbClr val="FFFDFC"/>
              </a:solidFill>
              <a:latin typeface="Lato"/>
              <a:ea typeface="Lato"/>
              <a:cs typeface="Lato"/>
              <a:sym typeface="Lato"/>
            </a:endParaRPr>
          </a:p>
          <a:p>
            <a:pPr marL="457200" marR="0" lvl="1" indent="-4572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bg2">
                  <a:lumMod val="40000"/>
                  <a:lumOff val="60000"/>
                </a:schemeClr>
              </a:buClr>
              <a:buSzPct val="140000"/>
              <a:buFont typeface="Arial" panose="020B0604020202020204" pitchFamily="34" charset="0"/>
              <a:buChar char="•"/>
            </a:pPr>
            <a:endParaRPr lang="en-US" sz="2800" b="1" i="1" dirty="0">
              <a:solidFill>
                <a:srgbClr val="FFFDFC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52">
          <a:extLst>
            <a:ext uri="{FF2B5EF4-FFF2-40B4-BE49-F238E27FC236}">
              <a16:creationId xmlns:a16="http://schemas.microsoft.com/office/drawing/2014/main" id="{9C726757-BA5D-5252-A5A3-328731C066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31">
            <a:extLst>
              <a:ext uri="{FF2B5EF4-FFF2-40B4-BE49-F238E27FC236}">
                <a16:creationId xmlns:a16="http://schemas.microsoft.com/office/drawing/2014/main" id="{8732D71E-F725-8293-1CDE-451DFE7B3BB0}"/>
              </a:ext>
            </a:extLst>
          </p:cNvPr>
          <p:cNvSpPr txBox="1"/>
          <p:nvPr/>
        </p:nvSpPr>
        <p:spPr>
          <a:xfrm>
            <a:off x="219931" y="81113"/>
            <a:ext cx="8115300" cy="8863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>
                <a:solidFill>
                  <a:srgbClr val="0DCECE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Why Hive?</a:t>
            </a:r>
            <a:endParaRPr sz="48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263" name="Google Shape;263;p31">
            <a:extLst>
              <a:ext uri="{FF2B5EF4-FFF2-40B4-BE49-F238E27FC236}">
                <a16:creationId xmlns:a16="http://schemas.microsoft.com/office/drawing/2014/main" id="{A46AB388-5551-4DC6-B531-B6814C66165E}"/>
              </a:ext>
            </a:extLst>
          </p:cNvPr>
          <p:cNvSpPr/>
          <p:nvPr/>
        </p:nvSpPr>
        <p:spPr>
          <a:xfrm rot="-1743463">
            <a:off x="153061" y="398506"/>
            <a:ext cx="722578" cy="694578"/>
          </a:xfrm>
          <a:custGeom>
            <a:avLst/>
            <a:gdLst/>
            <a:ahLst/>
            <a:cxnLst/>
            <a:rect l="l" t="t" r="r" b="b"/>
            <a:pathLst>
              <a:path w="1445155" h="1389155" extrusionOk="0">
                <a:moveTo>
                  <a:pt x="0" y="0"/>
                </a:moveTo>
                <a:lnTo>
                  <a:pt x="1445154" y="0"/>
                </a:lnTo>
                <a:lnTo>
                  <a:pt x="1445154" y="1389155"/>
                </a:lnTo>
                <a:lnTo>
                  <a:pt x="0" y="13891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pic>
        <p:nvPicPr>
          <p:cNvPr id="14" name="Picture 13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57F8D6EA-2182-97C3-A4A7-1636DA6944A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  <p:pic>
        <p:nvPicPr>
          <p:cNvPr id="1026" name="Picture 2" descr="Hive benchmark graph">
            <a:extLst>
              <a:ext uri="{FF2B5EF4-FFF2-40B4-BE49-F238E27FC236}">
                <a16:creationId xmlns:a16="http://schemas.microsoft.com/office/drawing/2014/main" id="{7E6CEE94-5B55-A1B5-BBC9-B791745DE4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95376" y="1086879"/>
            <a:ext cx="6783590" cy="377409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1706187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34"/>
          <p:cNvSpPr txBox="1"/>
          <p:nvPr/>
        </p:nvSpPr>
        <p:spPr>
          <a:xfrm>
            <a:off x="4028066" y="1704386"/>
            <a:ext cx="6158398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b="0" i="0" u="none" strike="noStrike" cap="none" dirty="0">
                <a:solidFill>
                  <a:srgbClr val="FF9FEC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Hive</a:t>
            </a:r>
            <a:endParaRPr sz="60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sp>
        <p:nvSpPr>
          <p:cNvPr id="294" name="Google Shape;294;p34"/>
          <p:cNvSpPr txBox="1"/>
          <p:nvPr/>
        </p:nvSpPr>
        <p:spPr>
          <a:xfrm>
            <a:off x="3143159" y="1704386"/>
            <a:ext cx="644275" cy="11079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6000" b="0" i="0" u="none" strike="noStrike" cap="none" dirty="0">
                <a:solidFill>
                  <a:srgbClr val="FF9FEC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3.</a:t>
            </a:r>
            <a:endParaRPr sz="60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pic>
        <p:nvPicPr>
          <p:cNvPr id="2" name="Picture 1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4247B44B-DE5F-BACF-CE65-80B4733E412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5"/>
          <p:cNvSpPr txBox="1"/>
          <p:nvPr/>
        </p:nvSpPr>
        <p:spPr>
          <a:xfrm>
            <a:off x="722744" y="457582"/>
            <a:ext cx="7065995" cy="48474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500" dirty="0">
                <a:solidFill>
                  <a:srgbClr val="FF9FEC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Boxes in Hive</a:t>
            </a:r>
            <a:endParaRPr sz="45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pic>
        <p:nvPicPr>
          <p:cNvPr id="6" name="Picture 5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278D2AEE-D4EE-EAC9-332A-7798C05B79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  <p:sp>
        <p:nvSpPr>
          <p:cNvPr id="2" name="Google Shape;204;p27">
            <a:extLst>
              <a:ext uri="{FF2B5EF4-FFF2-40B4-BE49-F238E27FC236}">
                <a16:creationId xmlns:a16="http://schemas.microsoft.com/office/drawing/2014/main" id="{CAC6E068-5F3A-5C06-555C-9135C930967D}"/>
              </a:ext>
            </a:extLst>
          </p:cNvPr>
          <p:cNvSpPr txBox="1"/>
          <p:nvPr/>
        </p:nvSpPr>
        <p:spPr>
          <a:xfrm>
            <a:off x="825324" y="1663328"/>
            <a:ext cx="7940842" cy="25853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1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Hive uses the concept of “boxes” for storing data. </a:t>
            </a:r>
          </a:p>
          <a:p>
            <a:pPr marL="0" marR="0" lvl="1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dirty="0">
              <a:solidFill>
                <a:srgbClr val="FFFDFC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1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A box is like a table in an SQL Database, except the boxes lack a strict structure. </a:t>
            </a:r>
          </a:p>
          <a:p>
            <a:pPr marL="0" marR="0" lvl="1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lang="en-US" sz="2400" dirty="0">
              <a:solidFill>
                <a:srgbClr val="FFFDFC"/>
              </a:solidFill>
              <a:latin typeface="Lato"/>
              <a:ea typeface="Lato"/>
              <a:cs typeface="Lato"/>
              <a:sym typeface="Lato"/>
            </a:endParaRPr>
          </a:p>
          <a:p>
            <a:pPr marL="0" marR="0" lvl="1" indent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>
                <a:solidFill>
                  <a:srgbClr val="FFFDFC"/>
                </a:solidFill>
                <a:latin typeface="Lato"/>
                <a:ea typeface="Lato"/>
                <a:cs typeface="Lato"/>
                <a:sym typeface="Lato"/>
              </a:rPr>
              <a:t>This means boxes are flexible and can only handle simple relationships between data.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98">
          <a:extLst>
            <a:ext uri="{FF2B5EF4-FFF2-40B4-BE49-F238E27FC236}">
              <a16:creationId xmlns:a16="http://schemas.microsoft.com/office/drawing/2014/main" id="{C914AA5E-B170-A424-EAB1-3C576A8B9F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5">
            <a:extLst>
              <a:ext uri="{FF2B5EF4-FFF2-40B4-BE49-F238E27FC236}">
                <a16:creationId xmlns:a16="http://schemas.microsoft.com/office/drawing/2014/main" id="{A1AEF10E-9127-DFA7-61CE-2DF43DEF8D89}"/>
              </a:ext>
            </a:extLst>
          </p:cNvPr>
          <p:cNvSpPr txBox="1"/>
          <p:nvPr/>
        </p:nvSpPr>
        <p:spPr>
          <a:xfrm>
            <a:off x="1476090" y="380675"/>
            <a:ext cx="5579218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rgbClr val="FF9FEC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Initializing Hive</a:t>
            </a:r>
            <a:endParaRPr lang="en" sz="3600" b="0" i="0" u="none" strike="noStrike" cap="none" dirty="0">
              <a:solidFill>
                <a:srgbClr val="FF9FEC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  <a:sym typeface="Satisfy"/>
            </a:endParaRPr>
          </a:p>
        </p:txBody>
      </p:sp>
      <p:pic>
        <p:nvPicPr>
          <p:cNvPr id="5" name="Picture 4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B3646381-647D-26BB-25D0-5D6068C014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E79DA7CD-0B4F-40D2-D0DF-E2F9C5512E6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397" y="962523"/>
            <a:ext cx="7530833" cy="39051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074451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98">
          <a:extLst>
            <a:ext uri="{FF2B5EF4-FFF2-40B4-BE49-F238E27FC236}">
              <a16:creationId xmlns:a16="http://schemas.microsoft.com/office/drawing/2014/main" id="{D3593813-E07B-5EFA-89AB-009A5D3CAC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5">
            <a:extLst>
              <a:ext uri="{FF2B5EF4-FFF2-40B4-BE49-F238E27FC236}">
                <a16:creationId xmlns:a16="http://schemas.microsoft.com/office/drawing/2014/main" id="{6E3CCFA0-AC86-BF45-78EA-1FB7AB9A1CCD}"/>
              </a:ext>
            </a:extLst>
          </p:cNvPr>
          <p:cNvSpPr txBox="1"/>
          <p:nvPr/>
        </p:nvSpPr>
        <p:spPr>
          <a:xfrm>
            <a:off x="1476090" y="380675"/>
            <a:ext cx="5579218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rgbClr val="FF9FEC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Opening Box</a:t>
            </a:r>
            <a:endParaRPr lang="en" sz="3600" b="0" i="0" u="none" strike="noStrike" cap="none" dirty="0">
              <a:solidFill>
                <a:srgbClr val="FF9FEC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  <a:sym typeface="Satisfy"/>
            </a:endParaRPr>
          </a:p>
        </p:txBody>
      </p:sp>
      <p:pic>
        <p:nvPicPr>
          <p:cNvPr id="5" name="Picture 4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7F39D353-1ACC-BCA0-E53B-78A8149FA5B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BDE3F8FC-BF30-F9B5-7B52-9CC19F623B6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3879" y="867645"/>
            <a:ext cx="7138840" cy="41314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35844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98">
          <a:extLst>
            <a:ext uri="{FF2B5EF4-FFF2-40B4-BE49-F238E27FC236}">
              <a16:creationId xmlns:a16="http://schemas.microsoft.com/office/drawing/2014/main" id="{C5260926-CE49-06B9-B2F5-734A65673E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5">
            <a:extLst>
              <a:ext uri="{FF2B5EF4-FFF2-40B4-BE49-F238E27FC236}">
                <a16:creationId xmlns:a16="http://schemas.microsoft.com/office/drawing/2014/main" id="{A8697CDA-3C1C-8117-D5DF-51AF38FFE0AB}"/>
              </a:ext>
            </a:extLst>
          </p:cNvPr>
          <p:cNvSpPr txBox="1"/>
          <p:nvPr/>
        </p:nvSpPr>
        <p:spPr>
          <a:xfrm>
            <a:off x="1476090" y="380675"/>
            <a:ext cx="5579218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rgbClr val="FF9FEC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Accessing Box</a:t>
            </a:r>
            <a:endParaRPr lang="en" sz="3600" b="0" i="0" u="none" strike="noStrike" cap="none" dirty="0">
              <a:solidFill>
                <a:srgbClr val="FF9FEC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  <a:sym typeface="Satisfy"/>
            </a:endParaRPr>
          </a:p>
        </p:txBody>
      </p:sp>
      <p:pic>
        <p:nvPicPr>
          <p:cNvPr id="5" name="Picture 4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EB25244B-9057-43B2-7164-229BD0AF93E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2E6FA0CE-9E5E-B725-E3AE-1A968A198D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3126" y="991995"/>
            <a:ext cx="6937065" cy="38875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722121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98">
          <a:extLst>
            <a:ext uri="{FF2B5EF4-FFF2-40B4-BE49-F238E27FC236}">
              <a16:creationId xmlns:a16="http://schemas.microsoft.com/office/drawing/2014/main" id="{79FCCBA4-797B-0756-3E57-DC43F5E0C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5">
            <a:extLst>
              <a:ext uri="{FF2B5EF4-FFF2-40B4-BE49-F238E27FC236}">
                <a16:creationId xmlns:a16="http://schemas.microsoft.com/office/drawing/2014/main" id="{DC8B3487-EB61-1974-FF45-CCA0627CF0A7}"/>
              </a:ext>
            </a:extLst>
          </p:cNvPr>
          <p:cNvSpPr txBox="1"/>
          <p:nvPr/>
        </p:nvSpPr>
        <p:spPr>
          <a:xfrm>
            <a:off x="-1007788" y="2087002"/>
            <a:ext cx="5416756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rgbClr val="FF9FEC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Storing Data</a:t>
            </a:r>
            <a:br>
              <a:rPr lang="en" sz="3600" dirty="0">
                <a:solidFill>
                  <a:srgbClr val="FF9FEC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</a:br>
            <a:r>
              <a:rPr lang="en" sz="3600" dirty="0">
                <a:solidFill>
                  <a:srgbClr val="FF9FEC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(Put)</a:t>
            </a:r>
            <a:endParaRPr sz="36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pic>
        <p:nvPicPr>
          <p:cNvPr id="5" name="Picture 4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F32DD01C-05D0-27E7-D87D-6F0C2056F21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73E3741-CD0D-C935-6AFD-5D06AFE90E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97217" y="411250"/>
            <a:ext cx="4891132" cy="4321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879333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98">
          <a:extLst>
            <a:ext uri="{FF2B5EF4-FFF2-40B4-BE49-F238E27FC236}">
              <a16:creationId xmlns:a16="http://schemas.microsoft.com/office/drawing/2014/main" id="{0457E777-EC6C-4165-A879-611525480F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5">
            <a:extLst>
              <a:ext uri="{FF2B5EF4-FFF2-40B4-BE49-F238E27FC236}">
                <a16:creationId xmlns:a16="http://schemas.microsoft.com/office/drawing/2014/main" id="{16CA039E-1A7D-A298-1FAE-592B73CC0A7A}"/>
              </a:ext>
            </a:extLst>
          </p:cNvPr>
          <p:cNvSpPr txBox="1"/>
          <p:nvPr/>
        </p:nvSpPr>
        <p:spPr>
          <a:xfrm>
            <a:off x="-1007788" y="2087002"/>
            <a:ext cx="5416756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rgbClr val="FF9FEC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Storing Data</a:t>
            </a:r>
            <a:br>
              <a:rPr lang="en" sz="3600" dirty="0">
                <a:solidFill>
                  <a:srgbClr val="FF9FEC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</a:br>
            <a:r>
              <a:rPr lang="en" sz="3600" dirty="0">
                <a:solidFill>
                  <a:srgbClr val="FF9FEC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(Add)</a:t>
            </a:r>
            <a:endParaRPr sz="36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pic>
        <p:nvPicPr>
          <p:cNvPr id="5" name="Picture 4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28BD2718-F015-7F40-5B84-946EDFA23AE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DC65983-BBE1-8A66-3077-F02DA309B4F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72407" y="220006"/>
            <a:ext cx="5111124" cy="47034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2787390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98">
          <a:extLst>
            <a:ext uri="{FF2B5EF4-FFF2-40B4-BE49-F238E27FC236}">
              <a16:creationId xmlns:a16="http://schemas.microsoft.com/office/drawing/2014/main" id="{2D799EF5-E554-D995-1AC4-13504BCD68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5">
            <a:extLst>
              <a:ext uri="{FF2B5EF4-FFF2-40B4-BE49-F238E27FC236}">
                <a16:creationId xmlns:a16="http://schemas.microsoft.com/office/drawing/2014/main" id="{74E36DD0-CA18-734C-5A3C-FC8AD9F4EB34}"/>
              </a:ext>
            </a:extLst>
          </p:cNvPr>
          <p:cNvSpPr txBox="1"/>
          <p:nvPr/>
        </p:nvSpPr>
        <p:spPr>
          <a:xfrm>
            <a:off x="-1007788" y="2087002"/>
            <a:ext cx="5416756" cy="77559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rgbClr val="FF9FEC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Retreieve Data</a:t>
            </a:r>
            <a:br>
              <a:rPr lang="en" sz="3600" dirty="0">
                <a:solidFill>
                  <a:srgbClr val="FF9FEC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</a:br>
            <a:r>
              <a:rPr lang="en" sz="3600" dirty="0">
                <a:solidFill>
                  <a:srgbClr val="FF9FEC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(Get)</a:t>
            </a:r>
            <a:endParaRPr sz="36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pic>
        <p:nvPicPr>
          <p:cNvPr id="5" name="Picture 4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EC6D9A4A-5D15-CA76-9BE8-F1338F5F92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32DD36AF-1043-D167-C042-3753727AF6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8924" y="528315"/>
            <a:ext cx="5685139" cy="3720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21511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98">
          <a:extLst>
            <a:ext uri="{FF2B5EF4-FFF2-40B4-BE49-F238E27FC236}">
              <a16:creationId xmlns:a16="http://schemas.microsoft.com/office/drawing/2014/main" id="{F72F79E9-A184-8635-31DE-B22181612E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5">
            <a:extLst>
              <a:ext uri="{FF2B5EF4-FFF2-40B4-BE49-F238E27FC236}">
                <a16:creationId xmlns:a16="http://schemas.microsoft.com/office/drawing/2014/main" id="{9A6D3560-6BFF-24DB-07B8-1E9624CD88C8}"/>
              </a:ext>
            </a:extLst>
          </p:cNvPr>
          <p:cNvSpPr txBox="1"/>
          <p:nvPr/>
        </p:nvSpPr>
        <p:spPr>
          <a:xfrm>
            <a:off x="-1007788" y="2087002"/>
            <a:ext cx="5416756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rgbClr val="FF9FEC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Delete Data</a:t>
            </a:r>
            <a:endParaRPr sz="36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pic>
        <p:nvPicPr>
          <p:cNvPr id="5" name="Picture 4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EAA06565-BCF1-9A2D-93B3-E36E642A33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EDBEA11E-2542-FE8C-EB6F-30CC2638FF8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65629" y="306644"/>
            <a:ext cx="4733795" cy="4724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294098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98">
          <a:extLst>
            <a:ext uri="{FF2B5EF4-FFF2-40B4-BE49-F238E27FC236}">
              <a16:creationId xmlns:a16="http://schemas.microsoft.com/office/drawing/2014/main" id="{F0840FA4-B6A7-2037-D42C-7E78167439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5">
            <a:extLst>
              <a:ext uri="{FF2B5EF4-FFF2-40B4-BE49-F238E27FC236}">
                <a16:creationId xmlns:a16="http://schemas.microsoft.com/office/drawing/2014/main" id="{1C4F3CD3-8BE7-59C1-1385-EB23EEE2587A}"/>
              </a:ext>
            </a:extLst>
          </p:cNvPr>
          <p:cNvSpPr txBox="1"/>
          <p:nvPr/>
        </p:nvSpPr>
        <p:spPr>
          <a:xfrm>
            <a:off x="827887" y="2183952"/>
            <a:ext cx="7257334" cy="581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dirty="0">
                <a:solidFill>
                  <a:srgbClr val="FF9FEC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Using custom objects</a:t>
            </a:r>
            <a:endParaRPr lang="en-US" sz="54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pic>
        <p:nvPicPr>
          <p:cNvPr id="5" name="Picture 4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CB5610B6-54FD-8B24-A3DA-0B3DC96190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567024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98">
          <a:extLst>
            <a:ext uri="{FF2B5EF4-FFF2-40B4-BE49-F238E27FC236}">
              <a16:creationId xmlns:a16="http://schemas.microsoft.com/office/drawing/2014/main" id="{372181ED-3E8B-9435-ABF2-D5B7149A7E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5">
            <a:extLst>
              <a:ext uri="{FF2B5EF4-FFF2-40B4-BE49-F238E27FC236}">
                <a16:creationId xmlns:a16="http://schemas.microsoft.com/office/drawing/2014/main" id="{C51C2B0E-B953-DFD7-1243-927727DCBFA3}"/>
              </a:ext>
            </a:extLst>
          </p:cNvPr>
          <p:cNvSpPr txBox="1"/>
          <p:nvPr/>
        </p:nvSpPr>
        <p:spPr>
          <a:xfrm>
            <a:off x="-1145292" y="2183952"/>
            <a:ext cx="5416756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rgbClr val="FF9FEC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Custom Class</a:t>
            </a:r>
            <a:endParaRPr sz="3600" dirty="0"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</a:endParaRPr>
          </a:p>
        </p:txBody>
      </p:sp>
      <p:pic>
        <p:nvPicPr>
          <p:cNvPr id="5" name="Picture 4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18EC8885-96DF-ECEA-130D-2F785911375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7E4FF09-191D-B8F7-5933-06F1541087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99916" y="738728"/>
            <a:ext cx="4767807" cy="36660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806777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98">
          <a:extLst>
            <a:ext uri="{FF2B5EF4-FFF2-40B4-BE49-F238E27FC236}">
              <a16:creationId xmlns:a16="http://schemas.microsoft.com/office/drawing/2014/main" id="{D75B9444-02C4-7DD3-988D-CD0216E545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5">
            <a:extLst>
              <a:ext uri="{FF2B5EF4-FFF2-40B4-BE49-F238E27FC236}">
                <a16:creationId xmlns:a16="http://schemas.microsoft.com/office/drawing/2014/main" id="{7ED1869B-80F7-5AC2-0BF8-13096D6EED86}"/>
              </a:ext>
            </a:extLst>
          </p:cNvPr>
          <p:cNvSpPr txBox="1"/>
          <p:nvPr/>
        </p:nvSpPr>
        <p:spPr>
          <a:xfrm>
            <a:off x="113768" y="2012721"/>
            <a:ext cx="3100710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b="0" i="0" u="none" strike="noStrike" cap="none" dirty="0">
                <a:solidFill>
                  <a:srgbClr val="FF9FEC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T</a:t>
            </a:r>
            <a:r>
              <a:rPr lang="en" sz="3600" dirty="0">
                <a:solidFill>
                  <a:srgbClr val="FF9FEC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ypeAdapter</a:t>
            </a:r>
            <a:endParaRPr lang="en" sz="3600" b="0" i="0" u="none" strike="noStrike" cap="none" dirty="0">
              <a:solidFill>
                <a:srgbClr val="FF9FEC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  <a:sym typeface="Satisfy"/>
            </a:endParaRPr>
          </a:p>
        </p:txBody>
      </p:sp>
      <p:pic>
        <p:nvPicPr>
          <p:cNvPr id="5" name="Picture 4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8F265CD3-FFE0-1773-A247-B2C3D7EE6A3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F700A71-6890-0E27-33F6-BC71EC410E6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14478" y="0"/>
            <a:ext cx="5339293" cy="5012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12417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298">
          <a:extLst>
            <a:ext uri="{FF2B5EF4-FFF2-40B4-BE49-F238E27FC236}">
              <a16:creationId xmlns:a16="http://schemas.microsoft.com/office/drawing/2014/main" id="{201CE7A9-E39D-96C1-A867-1FB80708A9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35">
            <a:extLst>
              <a:ext uri="{FF2B5EF4-FFF2-40B4-BE49-F238E27FC236}">
                <a16:creationId xmlns:a16="http://schemas.microsoft.com/office/drawing/2014/main" id="{1BB3FB1C-AF4E-B6FA-DF01-18F56AD7651A}"/>
              </a:ext>
            </a:extLst>
          </p:cNvPr>
          <p:cNvSpPr txBox="1"/>
          <p:nvPr/>
        </p:nvSpPr>
        <p:spPr>
          <a:xfrm>
            <a:off x="1930372" y="321425"/>
            <a:ext cx="5283255" cy="3877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3600" dirty="0">
                <a:solidFill>
                  <a:srgbClr val="FF9FEC"/>
                </a:solidFill>
                <a:latin typeface="Lato Black" panose="020F0502020204030203" pitchFamily="34" charset="0"/>
                <a:ea typeface="Lato Black" panose="020F0502020204030203" pitchFamily="34" charset="0"/>
                <a:cs typeface="Lato Black" panose="020F0502020204030203" pitchFamily="34" charset="0"/>
                <a:sym typeface="Satisfy"/>
              </a:rPr>
              <a:t>Register the TypeAdapter</a:t>
            </a:r>
            <a:endParaRPr lang="en" sz="3600" b="0" i="0" u="none" strike="noStrike" cap="none" dirty="0">
              <a:solidFill>
                <a:srgbClr val="FF9FEC"/>
              </a:solidFill>
              <a:latin typeface="Lato Black" panose="020F0502020204030203" pitchFamily="34" charset="0"/>
              <a:ea typeface="Lato Black" panose="020F0502020204030203" pitchFamily="34" charset="0"/>
              <a:cs typeface="Lato Black" panose="020F0502020204030203" pitchFamily="34" charset="0"/>
              <a:sym typeface="Satisfy"/>
            </a:endParaRPr>
          </a:p>
        </p:txBody>
      </p:sp>
      <p:pic>
        <p:nvPicPr>
          <p:cNvPr id="5" name="Picture 4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27DD365E-D692-C905-B462-C5489477CD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A053CDB1-135E-34DF-6D2D-2926D8B6025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16804" y="1125472"/>
            <a:ext cx="5896823" cy="3629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223833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0F1A38"/>
            </a:gs>
            <a:gs pos="100000">
              <a:srgbClr val="571960"/>
            </a:gs>
          </a:gsLst>
          <a:lin ang="0" scaled="0"/>
        </a:gradFill>
        <a:effectLst/>
      </p:bgPr>
    </p:bg>
    <p:spTree>
      <p:nvGrpSpPr>
        <p:cNvPr id="1" name="Shape 147">
          <a:extLst>
            <a:ext uri="{FF2B5EF4-FFF2-40B4-BE49-F238E27FC236}">
              <a16:creationId xmlns:a16="http://schemas.microsoft.com/office/drawing/2014/main" id="{D5120760-32ED-152B-FBA8-AA989FE647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3">
            <a:extLst>
              <a:ext uri="{FF2B5EF4-FFF2-40B4-BE49-F238E27FC236}">
                <a16:creationId xmlns:a16="http://schemas.microsoft.com/office/drawing/2014/main" id="{56150148-2613-4C8B-AD17-CD9554AB15B9}"/>
              </a:ext>
            </a:extLst>
          </p:cNvPr>
          <p:cNvSpPr/>
          <p:nvPr/>
        </p:nvSpPr>
        <p:spPr>
          <a:xfrm rot="-1743463">
            <a:off x="153061" y="398506"/>
            <a:ext cx="722578" cy="694578"/>
          </a:xfrm>
          <a:custGeom>
            <a:avLst/>
            <a:gdLst/>
            <a:ahLst/>
            <a:cxnLst/>
            <a:rect l="l" t="t" r="r" b="b"/>
            <a:pathLst>
              <a:path w="1445155" h="1389155" extrusionOk="0">
                <a:moveTo>
                  <a:pt x="0" y="0"/>
                </a:moveTo>
                <a:lnTo>
                  <a:pt x="1445154" y="0"/>
                </a:lnTo>
                <a:lnTo>
                  <a:pt x="1445154" y="1389155"/>
                </a:lnTo>
                <a:lnTo>
                  <a:pt x="0" y="138915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5" name="Google Shape;155;p23">
            <a:extLst>
              <a:ext uri="{FF2B5EF4-FFF2-40B4-BE49-F238E27FC236}">
                <a16:creationId xmlns:a16="http://schemas.microsoft.com/office/drawing/2014/main" id="{A6748B2F-93EE-B155-87F4-DE607CB03586}"/>
              </a:ext>
            </a:extLst>
          </p:cNvPr>
          <p:cNvSpPr/>
          <p:nvPr/>
        </p:nvSpPr>
        <p:spPr>
          <a:xfrm>
            <a:off x="8360123" y="266744"/>
            <a:ext cx="510975" cy="592435"/>
          </a:xfrm>
          <a:custGeom>
            <a:avLst/>
            <a:gdLst/>
            <a:ahLst/>
            <a:cxnLst/>
            <a:rect l="l" t="t" r="r" b="b"/>
            <a:pathLst>
              <a:path w="1021949" h="1184869" extrusionOk="0">
                <a:moveTo>
                  <a:pt x="0" y="0"/>
                </a:moveTo>
                <a:lnTo>
                  <a:pt x="1021949" y="0"/>
                </a:lnTo>
                <a:lnTo>
                  <a:pt x="1021949" y="1184869"/>
                </a:lnTo>
                <a:lnTo>
                  <a:pt x="0" y="1184869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157" name="Google Shape;157;p23">
            <a:extLst>
              <a:ext uri="{FF2B5EF4-FFF2-40B4-BE49-F238E27FC236}">
                <a16:creationId xmlns:a16="http://schemas.microsoft.com/office/drawing/2014/main" id="{E15F430B-F0D7-0EA8-A799-EA617F6AA841}"/>
              </a:ext>
            </a:extLst>
          </p:cNvPr>
          <p:cNvSpPr txBox="1"/>
          <p:nvPr/>
        </p:nvSpPr>
        <p:spPr>
          <a:xfrm>
            <a:off x="-1335851" y="1896561"/>
            <a:ext cx="5402581" cy="8125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4400" dirty="0">
                <a:solidFill>
                  <a:srgbClr val="F9A629"/>
                </a:solidFill>
                <a:latin typeface="Lato Black"/>
                <a:ea typeface="Lato Black"/>
                <a:cs typeface="Lato Black"/>
                <a:sym typeface="Lato Black"/>
              </a:rPr>
              <a:t>Hands on</a:t>
            </a:r>
            <a:endParaRPr sz="4400" dirty="0"/>
          </a:p>
        </p:txBody>
      </p:sp>
      <p:pic>
        <p:nvPicPr>
          <p:cNvPr id="7" name="Picture 6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902478F4-B134-E158-AAB3-F9AEBA579A7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  <p:pic>
        <p:nvPicPr>
          <p:cNvPr id="2" name="Picture 1" descr="Final demo of the Flutter app using Hive">
            <a:extLst>
              <a:ext uri="{FF2B5EF4-FFF2-40B4-BE49-F238E27FC236}">
                <a16:creationId xmlns:a16="http://schemas.microsoft.com/office/drawing/2014/main" id="{128F1515-7363-3EA3-5B5A-85FC9DA3D9F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58493" y="-646630"/>
            <a:ext cx="5578363" cy="57901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7577035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A38"/>
        </a:solidFill>
        <a:effectLst/>
      </p:bgPr>
    </p:bg>
    <p:spTree>
      <p:nvGrpSpPr>
        <p:cNvPr id="1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38"/>
          <p:cNvSpPr txBox="1"/>
          <p:nvPr/>
        </p:nvSpPr>
        <p:spPr>
          <a:xfrm>
            <a:off x="1864536" y="1685925"/>
            <a:ext cx="5414927" cy="10763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20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7000" b="0" i="0" u="none" strike="noStrike" cap="none">
                <a:solidFill>
                  <a:srgbClr val="FF9FEC"/>
                </a:solidFill>
                <a:latin typeface="Satisfy"/>
                <a:ea typeface="Satisfy"/>
                <a:cs typeface="Satisfy"/>
                <a:sym typeface="Satisfy"/>
              </a:rPr>
              <a:t>Thank you!</a:t>
            </a:r>
            <a:endParaRPr sz="700"/>
          </a:p>
        </p:txBody>
      </p:sp>
      <p:pic>
        <p:nvPicPr>
          <p:cNvPr id="2" name="Picture 1" descr="A yellow sun with a keyhole&#10;&#10;AI-generated content may be incorrect.">
            <a:extLst>
              <a:ext uri="{FF2B5EF4-FFF2-40B4-BE49-F238E27FC236}">
                <a16:creationId xmlns:a16="http://schemas.microsoft.com/office/drawing/2014/main" id="{F4B39B16-6F25-5CC7-546A-86E067195EE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5231" y="4248651"/>
            <a:ext cx="1013126" cy="101312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24EAE4"/>
      </a:dk1>
      <a:lt1>
        <a:srgbClr val="20124D"/>
      </a:lt1>
      <a:dk2>
        <a:srgbClr val="FFFDFC"/>
      </a:dk2>
      <a:lt2>
        <a:srgbClr val="674EA7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1628</TotalTime>
  <Words>275</Words>
  <Application>Microsoft Office PowerPoint</Application>
  <PresentationFormat>On-screen Show (16:9)</PresentationFormat>
  <Paragraphs>44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24</vt:i4>
      </vt:variant>
    </vt:vector>
  </HeadingPairs>
  <TitlesOfParts>
    <vt:vector size="31" baseType="lpstr">
      <vt:lpstr>Lato Black</vt:lpstr>
      <vt:lpstr>Satisfy</vt:lpstr>
      <vt:lpstr>Arial</vt:lpstr>
      <vt:lpstr>Lato</vt:lpstr>
      <vt:lpstr>Calibri</vt:lpstr>
      <vt:lpstr>Simple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Tasneem El-Rashidy</cp:lastModifiedBy>
  <cp:revision>4</cp:revision>
  <dcterms:modified xsi:type="dcterms:W3CDTF">2026-02-27T11:03:49Z</dcterms:modified>
</cp:coreProperties>
</file>